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607" r:id="rId1"/>
  </p:sldMasterIdLst>
  <p:notesMasterIdLst>
    <p:notesMasterId r:id="rId26"/>
  </p:notesMasterIdLst>
  <p:handoutMasterIdLst>
    <p:handoutMasterId r:id="rId27"/>
  </p:handoutMasterIdLst>
  <p:sldIdLst>
    <p:sldId id="270" r:id="rId2"/>
    <p:sldId id="682" r:id="rId3"/>
    <p:sldId id="691" r:id="rId4"/>
    <p:sldId id="692" r:id="rId5"/>
    <p:sldId id="693" r:id="rId6"/>
    <p:sldId id="695" r:id="rId7"/>
    <p:sldId id="696" r:id="rId8"/>
    <p:sldId id="697" r:id="rId9"/>
    <p:sldId id="698" r:id="rId10"/>
    <p:sldId id="704" r:id="rId11"/>
    <p:sldId id="706" r:id="rId12"/>
    <p:sldId id="699" r:id="rId13"/>
    <p:sldId id="700" r:id="rId14"/>
    <p:sldId id="701" r:id="rId15"/>
    <p:sldId id="702" r:id="rId16"/>
    <p:sldId id="703" r:id="rId17"/>
    <p:sldId id="684" r:id="rId18"/>
    <p:sldId id="644" r:id="rId19"/>
    <p:sldId id="685" r:id="rId20"/>
    <p:sldId id="686" r:id="rId21"/>
    <p:sldId id="683" r:id="rId22"/>
    <p:sldId id="707" r:id="rId23"/>
    <p:sldId id="687" r:id="rId24"/>
    <p:sldId id="688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4D09D44-E933-426A-8F7A-A670F4423266}">
          <p14:sldIdLst>
            <p14:sldId id="270"/>
            <p14:sldId id="682"/>
            <p14:sldId id="691"/>
            <p14:sldId id="692"/>
            <p14:sldId id="693"/>
            <p14:sldId id="695"/>
            <p14:sldId id="696"/>
            <p14:sldId id="697"/>
            <p14:sldId id="698"/>
            <p14:sldId id="704"/>
            <p14:sldId id="706"/>
            <p14:sldId id="699"/>
            <p14:sldId id="700"/>
            <p14:sldId id="701"/>
            <p14:sldId id="702"/>
            <p14:sldId id="703"/>
            <p14:sldId id="684"/>
            <p14:sldId id="644"/>
            <p14:sldId id="685"/>
            <p14:sldId id="686"/>
            <p14:sldId id="683"/>
            <p14:sldId id="707"/>
            <p14:sldId id="687"/>
            <p14:sldId id="6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0" userDrawn="1">
          <p15:clr>
            <a:srgbClr val="A4A3A4"/>
          </p15:clr>
        </p15:guide>
        <p15:guide id="2" pos="253" userDrawn="1">
          <p15:clr>
            <a:srgbClr val="A4A3A4"/>
          </p15:clr>
        </p15:guide>
        <p15:guide id="3" pos="7397" userDrawn="1">
          <p15:clr>
            <a:srgbClr val="A4A3A4"/>
          </p15:clr>
        </p15:guide>
        <p15:guide id="4" orient="horz" pos="410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60">
          <p15:clr>
            <a:srgbClr val="A4A3A4"/>
          </p15:clr>
        </p15:guide>
        <p15:guide id="2" pos="253">
          <p15:clr>
            <a:srgbClr val="A4A3A4"/>
          </p15:clr>
        </p15:guide>
        <p15:guide id="3" pos="7397">
          <p15:clr>
            <a:srgbClr val="A4A3A4"/>
          </p15:clr>
        </p15:guide>
        <p15:guide id="4" orient="horz" pos="410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BE9"/>
    <a:srgbClr val="1DCAD3"/>
    <a:srgbClr val="147ED1"/>
    <a:srgbClr val="147BD1"/>
    <a:srgbClr val="93DA49"/>
    <a:srgbClr val="FFB71B"/>
    <a:srgbClr val="EA0029"/>
    <a:srgbClr val="00A376"/>
    <a:srgbClr val="D50057"/>
    <a:srgbClr val="FF8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51" autoAdjust="0"/>
    <p:restoredTop sz="95520" autoAdjust="0"/>
  </p:normalViewPr>
  <p:slideViewPr>
    <p:cSldViewPr snapToGrid="0" snapToObjects="1">
      <p:cViewPr varScale="1">
        <p:scale>
          <a:sx n="162" d="100"/>
          <a:sy n="162" d="100"/>
        </p:scale>
        <p:origin x="516" y="144"/>
      </p:cViewPr>
      <p:guideLst>
        <p:guide orient="horz" pos="160"/>
        <p:guide pos="253"/>
        <p:guide pos="7397"/>
        <p:guide orient="horz" pos="410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napToObjects="1">
      <p:cViewPr varScale="1">
        <p:scale>
          <a:sx n="123" d="100"/>
          <a:sy n="123" d="100"/>
        </p:scale>
        <p:origin x="2448" y="90"/>
      </p:cViewPr>
      <p:guideLst>
        <p:guide orient="horz" pos="160"/>
        <p:guide pos="253"/>
        <p:guide pos="7397"/>
        <p:guide orient="horz" pos="410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FA37033-ED58-7468-B3A7-D86EC993E40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50E057-5885-7CF0-A566-F1509F15EC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8A9B2-778C-433C-8A06-393197C1381D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110CC0-26F9-7A19-1D7F-586CF7E94F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30F5FF-528F-49FD-EB3A-E1235211DB5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A8D64-9144-4D65-95FF-539FB0414D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73662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6" units="1/cm"/>
          <inkml:channelProperty channel="Y" name="resolution" value="40" units="1/cm"/>
        </inkml:channelProperties>
      </inkml:inkSource>
      <inkml:timestamp xml:id="ts0" timeString="2026-08-18T00:01:51.149"/>
    </inkml:context>
    <inkml:brush xml:id="br0">
      <inkml:brushProperty name="width" value="0.03528" units="cm"/>
      <inkml:brushProperty name="height" value="0.03528" units="cm"/>
      <inkml:brushProperty name="color" value="#FF0000"/>
      <inkml:brushProperty name="fitToCurve" value="1"/>
    </inkml:brush>
  </inkml:definitions>
  <inkml:trace contextRef="#ctx0" brushRef="#br0">0 72,'0'24,"0"0,0 0,24-24,0 0,-24 24,0 0,0 0,0 0,24-24,-24 24,0 0,0 0,0 0,24-24,-24 24,0 0,0-48,0 0,0 0,0 0,24 0,-24 0,24 24,-24-24,0 0,24 24,-24-24,24 0,-24 0,24 24,0 0,-24-24,24 24,-24-24,24 24,0 0,-24-24,24 24,0 0,0 0,0 0,0 0,1 0,-25-24,24 24,0 0,0 0,0 0,0 0,0 0,0 0,-24-24,0 24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6" units="1/cm"/>
          <inkml:channelProperty channel="Y" name="resolution" value="40" units="1/cm"/>
        </inkml:channelProperties>
      </inkml:inkSource>
      <inkml:timestamp xml:id="ts0" timeString="2026-08-18T00:01:51.150"/>
    </inkml:context>
    <inkml:brush xml:id="br0">
      <inkml:brushProperty name="width" value="0.03528" units="cm"/>
      <inkml:brushProperty name="height" value="0.03528" units="cm"/>
      <inkml:brushProperty name="color" value="#FF0000"/>
      <inkml:brushProperty name="fitToCurve" value="1"/>
    </inkml:brush>
  </inkml:definitions>
  <inkml:trace contextRef="#ctx0" brushRef="#br0">0 0,'24'0,"0"0,0 0,0 0,0 0,0 0,0 0,0 0,0 0,0 21,0-21,0 0,0 0,0 21,0-21,0 0,0 0,0 0,1 0,-1 0,-24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6" units="1/cm"/>
          <inkml:channelProperty channel="Y" name="resolution" value="40" units="1/cm"/>
        </inkml:channelProperties>
      </inkml:inkSource>
      <inkml:timestamp xml:id="ts0" timeString="2026-08-18T00:01:51.151"/>
    </inkml:context>
    <inkml:brush xml:id="br0">
      <inkml:brushProperty name="width" value="0.03528" units="cm"/>
      <inkml:brushProperty name="height" value="0.03528" units="cm"/>
      <inkml:brushProperty name="color" value="#FF0000"/>
      <inkml:brushProperty name="fitToCurve" value="1"/>
    </inkml:brush>
  </inkml:definitions>
  <inkml:trace contextRef="#ctx0" brushRef="#br0">0 0,'24'0,"-24"24,24-24,0 0,0 0,0 0,-24 24,24-24,0 0,0 0,0 0,-1 0,1 23,0-23,-24 24,48-24,-24 0,0 0,0 0,-24 24,24-24,1 0,-25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1B2C73-F33F-494A-BC1B-E1D751896FFE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DF360B-A3AE-4175-B4D3-5B0EB60874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53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6107365"/>
      </p:ext>
    </p:extLst>
  </p:cSld>
  <p:clrMapOvr>
    <a:masterClrMapping/>
  </p:clrMapOvr>
</p:notes>
</file>

<file path=ppt/notesSlides/notesSlide2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1"/>
              <p:cNvSpPr>
                <a:spLocks noGrp="1" noRot="1" noChangeAspect="1"/>
              </p:cNvSpPr>
              <p:nvPr>
                <p:ph type="sldImg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0" tIns="0" rIns="0" bIns="0" anchor="t">
                <a:noAutofit/>
              </a:bodyPr>
              <a:lstStyle/>
              <a:p>
                <a:pPr marL="0" indent="0"/>
                <a:endParaRPr/>
              </a:p>
            </p:txBody>
          </p:sp>
          <p:sp>
            <p:nvSpPr>
              <p:cNvPr id="3" name="슬라이드 노트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 algn="l">
                  <a:buFontTx/>
                  <a:buNone/>
                </a:pPr>
                <a:endParaRPr/>
              </a:p>
            </p:txBody>
          </p:sp>
          <p:sp>
            <p:nvSpPr>
              <p:cNvPr id="4" name="슬라이드 번호 개체 틀 3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/>
              <a:p>
                <a:pPr marL="0" indent="0">
                  <a:buFontTx/>
                  <a:buNone/>
                </a:pPr>
                <a:fld id="{B9320F77-B9A0-41C5-862A-B4B631284C64}" type="slidenum">
                  <a:rPr lang="en-CA"/>
                  <a:t>3</a:t>
                </a:fld>
                <a:endParaRPr lang="en-CA"/>
              </a:p>
            </p:txBody>
          </p:sp>
        </p:spTree>
      </p:cSld>
      <p:clrMapOvr>
        <a:masterClrMapping/>
      </p:clrMapOvr>
    </p:notes>
  </mc:Choice>
  <mc:Fallback xmlns:mc="http://schemas.openxmlformats.org/markup-compatibility/2006" xmlns:p="http://schemas.openxmlformats.org/presentationml/2006/main" xmlns:r="http://schemas.openxmlformats.org/officeDocument/2006/relationships" xmlns:a="http://schemas.openxmlformats.org/drawingml/2006/main" xmlns="" xmlns:p14="http://schemas.microsoft.com/office/powerpoint/2010/main">
    <p:transition spd="slow"/>
  </mc:Fallback>
</mc:AlternateContent>
</file>

<file path=ppt/notesSlides/notesSlide3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1"/>
              <p:cNvSpPr>
                <a:spLocks noGrp="1" noRot="1" noChangeAspect="1"/>
              </p:cNvSpPr>
              <p:nvPr>
                <p:ph type="sldImg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0" tIns="0" rIns="0" bIns="0" anchor="t">
                <a:noAutofit/>
              </a:bodyPr>
              <a:lstStyle/>
              <a:p>
                <a:pPr marL="0" indent="0"/>
                <a:endParaRPr/>
              </a:p>
            </p:txBody>
          </p:sp>
          <p:sp>
            <p:nvSpPr>
              <p:cNvPr id="3" name="슬라이드 노트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 algn="l">
                  <a:buFontTx/>
                  <a:buNone/>
                </a:pPr>
                <a:endParaRPr/>
              </a:p>
            </p:txBody>
          </p:sp>
          <p:sp>
            <p:nvSpPr>
              <p:cNvPr id="4" name="슬라이드 번호 개체 틀 3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/>
              <a:p>
                <a:pPr marL="0" indent="0">
                  <a:buFontTx/>
                  <a:buNone/>
                </a:pPr>
                <a:fld id="{B9320F77-B9A0-41C5-862A-B4B631284C64}" type="slidenum">
                  <a:rPr lang="en-CA"/>
                  <a:t>4</a:t>
                </a:fld>
                <a:endParaRPr lang="en-CA"/>
              </a:p>
            </p:txBody>
          </p:sp>
        </p:spTree>
      </p:cSld>
      <p:clrMapOvr>
        <a:masterClrMapping/>
      </p:clrMapOvr>
    </p:notes>
  </mc:Choice>
  <mc:Fallback xmlns:mc="http://schemas.openxmlformats.org/markup-compatibility/2006" xmlns:p="http://schemas.openxmlformats.org/presentationml/2006/main" xmlns:r="http://schemas.openxmlformats.org/officeDocument/2006/relationships" xmlns:a="http://schemas.openxmlformats.org/drawingml/2006/main" xmlns="" xmlns:p14="http://schemas.microsoft.com/office/powerpoint/2010/main">
    <p:transition spd="slow"/>
  </mc:Fallback>
</mc:AlternateContent>
</file>

<file path=ppt/notesSlides/notesSlide4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1"/>
              <p:cNvSpPr>
                <a:spLocks noGrp="1" noRot="1" noChangeAspect="1"/>
              </p:cNvSpPr>
              <p:nvPr>
                <p:ph type="sldImg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0" tIns="0" rIns="0" bIns="0" anchor="t">
                <a:noAutofit/>
              </a:bodyPr>
              <a:lstStyle/>
              <a:p>
                <a:pPr marL="0" indent="0"/>
                <a:endParaRPr/>
              </a:p>
            </p:txBody>
          </p:sp>
          <p:sp>
            <p:nvSpPr>
              <p:cNvPr id="3" name="슬라이드 노트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 algn="l">
                  <a:buFontTx/>
                  <a:buNone/>
                </a:pPr>
                <a:endParaRPr/>
              </a:p>
            </p:txBody>
          </p:sp>
          <p:sp>
            <p:nvSpPr>
              <p:cNvPr id="4" name="슬라이드 번호 개체 틀 3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/>
              <a:p>
                <a:pPr marL="0" indent="0">
                  <a:buFontTx/>
                  <a:buNone/>
                </a:pPr>
                <a:fld id="{B9320F77-B9A0-41C5-862A-B4B631284C64}" type="slidenum">
                  <a:rPr lang="en-CA"/>
                  <a:t>5</a:t>
                </a:fld>
                <a:endParaRPr lang="en-CA"/>
              </a:p>
            </p:txBody>
          </p:sp>
        </p:spTree>
      </p:cSld>
      <p:clrMapOvr>
        <a:masterClrMapping/>
      </p:clrMapOvr>
    </p:notes>
  </mc:Choice>
  <mc:Fallback xmlns:mc="http://schemas.openxmlformats.org/markup-compatibility/2006" xmlns:p="http://schemas.openxmlformats.org/presentationml/2006/main" xmlns:r="http://schemas.openxmlformats.org/officeDocument/2006/relationships" xmlns:a="http://schemas.openxmlformats.org/drawingml/2006/main" xmlns="" xmlns:p14="http://schemas.microsoft.com/office/powerpoint/2010/main">
    <p:transition spd="slow"/>
  </mc:Fallback>
</mc:AlternateContent>
</file>

<file path=ppt/notesSlides/notesSlide5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1"/>
              <p:cNvSpPr>
                <a:spLocks noGrp="1" noRot="1" noChangeAspect="1"/>
              </p:cNvSpPr>
              <p:nvPr>
                <p:ph type="sldImg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0" tIns="0" rIns="0" bIns="0" anchor="t">
                <a:noAutofit/>
              </a:bodyPr>
              <a:lstStyle/>
              <a:p>
                <a:pPr marL="0" indent="0"/>
                <a:endParaRPr/>
              </a:p>
            </p:txBody>
          </p:sp>
          <p:sp>
            <p:nvSpPr>
              <p:cNvPr id="3" name="슬라이드 노트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 algn="l">
                  <a:buFontTx/>
                  <a:buNone/>
                </a:pPr>
                <a:endParaRPr/>
              </a:p>
            </p:txBody>
          </p:sp>
          <p:sp>
            <p:nvSpPr>
              <p:cNvPr id="4" name="슬라이드 번호 개체 틀 3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/>
              <a:p>
                <a:pPr marL="0" indent="0">
                  <a:buFontTx/>
                  <a:buNone/>
                </a:pPr>
                <a:fld id="{B9320F77-B9A0-41C5-862A-B4B631284C64}" type="slidenum">
                  <a:rPr lang="en-CA"/>
                  <a:t>6</a:t>
                </a:fld>
                <a:endParaRPr lang="en-CA"/>
              </a:p>
            </p:txBody>
          </p:sp>
        </p:spTree>
      </p:cSld>
      <p:clrMapOvr>
        <a:masterClrMapping/>
      </p:clrMapOvr>
    </p:notes>
  </mc:Choice>
  <mc:Fallback xmlns:mc="http://schemas.openxmlformats.org/markup-compatibility/2006" xmlns:p="http://schemas.openxmlformats.org/presentationml/2006/main" xmlns:r="http://schemas.openxmlformats.org/officeDocument/2006/relationships" xmlns:a="http://schemas.openxmlformats.org/drawingml/2006/main" xmlns="" xmlns:p14="http://schemas.microsoft.com/office/powerpoint/2010/main">
    <p:transition spd="slow"/>
  </mc:Fallback>
</mc:AlternateContent>
</file>

<file path=ppt/notesSlides/notesSlide6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1"/>
              <p:cNvSpPr>
                <a:spLocks noGrp="1" noRot="1" noChangeAspect="1"/>
              </p:cNvSpPr>
              <p:nvPr>
                <p:ph type="sldImg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0" tIns="0" rIns="0" bIns="0" anchor="t">
                <a:noAutofit/>
              </a:bodyPr>
              <a:lstStyle/>
              <a:p>
                <a:pPr marL="0" indent="0"/>
                <a:endParaRPr/>
              </a:p>
            </p:txBody>
          </p:sp>
          <p:sp>
            <p:nvSpPr>
              <p:cNvPr id="3" name="슬라이드 노트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 algn="l">
                  <a:buFontTx/>
                  <a:buNone/>
                </a:pPr>
                <a:endParaRPr/>
              </a:p>
            </p:txBody>
          </p:sp>
          <p:sp>
            <p:nvSpPr>
              <p:cNvPr id="4" name="슬라이드 번호 개체 틀 3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/>
              <a:p>
                <a:pPr marL="0" indent="0">
                  <a:buFontTx/>
                  <a:buNone/>
                </a:pPr>
                <a:fld id="{B9320F77-B9A0-41C5-862A-B4B631284C64}" type="slidenum">
                  <a:rPr lang="en-CA"/>
                  <a:t>7</a:t>
                </a:fld>
                <a:endParaRPr lang="en-CA"/>
              </a:p>
            </p:txBody>
          </p:sp>
        </p:spTree>
      </p:cSld>
      <p:clrMapOvr>
        <a:masterClrMapping/>
      </p:clrMapOvr>
    </p:notes>
  </mc:Choice>
  <mc:Fallback xmlns:mc="http://schemas.openxmlformats.org/markup-compatibility/2006" xmlns:p="http://schemas.openxmlformats.org/presentationml/2006/main" xmlns:r="http://schemas.openxmlformats.org/officeDocument/2006/relationships" xmlns:a="http://schemas.openxmlformats.org/drawingml/2006/main" xmlns="" xmlns:p14="http://schemas.microsoft.com/office/powerpoint/2010/main">
    <p:transition spd="slow"/>
  </mc:Fallback>
</mc:AlternateContent>
</file>

<file path=ppt/notesSlides/notesSlide7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1"/>
              <p:cNvSpPr>
                <a:spLocks noGrp="1" noRot="1" noChangeAspect="1"/>
              </p:cNvSpPr>
              <p:nvPr>
                <p:ph type="sldImg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0" tIns="0" rIns="0" bIns="0" anchor="t">
                <a:noAutofit/>
              </a:bodyPr>
              <a:lstStyle/>
              <a:p>
                <a:pPr marL="0" indent="0"/>
                <a:endParaRPr/>
              </a:p>
            </p:txBody>
          </p:sp>
          <p:sp>
            <p:nvSpPr>
              <p:cNvPr id="3" name="슬라이드 노트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 algn="l">
                  <a:buFontTx/>
                  <a:buNone/>
                </a:pPr>
                <a:endParaRPr/>
              </a:p>
            </p:txBody>
          </p:sp>
          <p:sp>
            <p:nvSpPr>
              <p:cNvPr id="4" name="슬라이드 번호 개체 틀 3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/>
              <a:p>
                <a:pPr marL="0" indent="0">
                  <a:buFontTx/>
                  <a:buNone/>
                </a:pPr>
                <a:fld id="{B9320F77-B9A0-41C5-862A-B4B631284C64}" type="slidenum">
                  <a:rPr lang="en-CA"/>
                  <a:t>8</a:t>
                </a:fld>
                <a:endParaRPr lang="en-CA"/>
              </a:p>
            </p:txBody>
          </p:sp>
        </p:spTree>
      </p:cSld>
      <p:clrMapOvr>
        <a:masterClrMapping/>
      </p:clrMapOvr>
    </p:notes>
  </mc:Choice>
  <mc:Fallback xmlns:mc="http://schemas.openxmlformats.org/markup-compatibility/2006" xmlns:p="http://schemas.openxmlformats.org/presentationml/2006/main" xmlns:r="http://schemas.openxmlformats.org/officeDocument/2006/relationships" xmlns:a="http://schemas.openxmlformats.org/drawingml/2006/main" xmlns="" xmlns:p14="http://schemas.microsoft.com/office/powerpoint/2010/main">
    <p:transition spd="slow"/>
  </mc:Fallback>
</mc:AlternateContent>
</file>

<file path=ppt/notesSlides/notesSlide8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1"/>
              <p:cNvSpPr>
                <a:spLocks noGrp="1" noRot="1" noChangeAspect="1"/>
              </p:cNvSpPr>
              <p:nvPr>
                <p:ph type="sldImg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0" tIns="0" rIns="0" bIns="0" anchor="t">
                <a:noAutofit/>
              </a:bodyPr>
              <a:lstStyle/>
              <a:p>
                <a:pPr marL="0" indent="0"/>
                <a:endParaRPr/>
              </a:p>
            </p:txBody>
          </p:sp>
          <p:sp>
            <p:nvSpPr>
              <p:cNvPr id="3" name="슬라이드 노트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 algn="l">
                  <a:buFontTx/>
                  <a:buNone/>
                </a:pPr>
                <a:endParaRPr/>
              </a:p>
            </p:txBody>
          </p:sp>
          <p:sp>
            <p:nvSpPr>
              <p:cNvPr id="4" name="슬라이드 번호 개체 틀 3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/>
              <a:p>
                <a:pPr marL="0" indent="0">
                  <a:buFontTx/>
                  <a:buNone/>
                </a:pPr>
                <a:fld id="{B9320F77-B9A0-41C5-862A-B4B631284C64}" type="slidenum">
                  <a:rPr lang="en-CA"/>
                  <a:t>9</a:t>
                </a:fld>
                <a:endParaRPr lang="en-CA"/>
              </a:p>
            </p:txBody>
          </p:sp>
        </p:spTree>
      </p:cSld>
      <p:clrMapOvr>
        <a:masterClrMapping/>
      </p:clrMapOvr>
    </p:notes>
  </mc:Choice>
  <mc:Fallback xmlns:mc="http://schemas.openxmlformats.org/markup-compatibility/2006" xmlns:p="http://schemas.openxmlformats.org/presentationml/2006/main" xmlns:r="http://schemas.openxmlformats.org/officeDocument/2006/relationships" xmlns:a="http://schemas.openxmlformats.org/drawingml/2006/main" xmlns="" xmlns:p14="http://schemas.microsoft.com/office/powerpoint/2010/main">
    <p:transition spd="slow"/>
  </mc:Fallback>
</mc:AlternateContent>
</file>

<file path=ppt/notesSlides/notesSlide9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1"/>
              <p:cNvSpPr>
                <a:spLocks noGrp="1" noRot="1" noChangeAspect="1"/>
              </p:cNvSpPr>
              <p:nvPr>
                <p:ph type="sldImg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0" tIns="0" rIns="0" bIns="0" anchor="t">
                <a:noAutofit/>
              </a:bodyPr>
              <a:lstStyle/>
              <a:p>
                <a:pPr marL="0" indent="0"/>
                <a:endParaRPr/>
              </a:p>
            </p:txBody>
          </p:sp>
          <p:sp>
            <p:nvSpPr>
              <p:cNvPr id="3" name="슬라이드 노트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 algn="l">
                  <a:buFontTx/>
                  <a:buNone/>
                </a:pPr>
                <a:endParaRPr/>
              </a:p>
            </p:txBody>
          </p:sp>
          <p:sp>
            <p:nvSpPr>
              <p:cNvPr id="4" name="슬라이드 번호 개체 틀 3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/>
              <a:p>
                <a:pPr marL="0" indent="0">
                  <a:buFontTx/>
                  <a:buNone/>
                </a:pPr>
                <a:fld id="{B9320F77-B9A0-41C5-862A-B4B631284C64}" type="slidenum">
                  <a:rPr lang="en-CA"/>
                  <a:t>10</a:t>
                </a:fld>
                <a:endParaRPr lang="en-CA"/>
              </a:p>
            </p:txBody>
          </p:sp>
        </p:spTree>
      </p:cSld>
      <p:clrMapOvr>
        <a:masterClrMapping/>
      </p:clrMapOvr>
    </p:notes>
  </mc:Choice>
  <mc:Fallback xmlns:mc="http://schemas.openxmlformats.org/markup-compatibility/2006" xmlns:p="http://schemas.openxmlformats.org/presentationml/2006/main" xmlns:r="http://schemas.openxmlformats.org/officeDocument/2006/relationships" xmlns:a="http://schemas.openxmlformats.org/drawingml/2006/main" xmlns="" xmlns:p14="http://schemas.microsoft.com/office/powerpoint/2010/main">
    <p:transition spd="slow"/>
  </mc:Fallback>
</mc:AlternateContent>
</file>

<file path=ppt/notesSlides/notesSlide10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1"/>
              <p:cNvSpPr>
                <a:spLocks noGrp="1" noRot="1" noChangeAspect="1"/>
              </p:cNvSpPr>
              <p:nvPr>
                <p:ph type="sldImg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0" tIns="0" rIns="0" bIns="0" anchor="t">
                <a:noAutofit/>
              </a:bodyPr>
              <a:lstStyle/>
              <a:p>
                <a:pPr marL="0" indent="0"/>
                <a:endParaRPr/>
              </a:p>
            </p:txBody>
          </p:sp>
          <p:sp>
            <p:nvSpPr>
              <p:cNvPr id="3" name="슬라이드 노트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 algn="l">
                  <a:buFontTx/>
                  <a:buNone/>
                </a:pPr>
                <a:endParaRPr/>
              </a:p>
            </p:txBody>
          </p:sp>
          <p:sp>
            <p:nvSpPr>
              <p:cNvPr id="4" name="슬라이드 번호 개체 틀 3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/>
              <a:p>
                <a:pPr marL="0" indent="0">
                  <a:buFontTx/>
                  <a:buNone/>
                </a:pPr>
                <a:fld id="{B9320F77-B9A0-41C5-862A-B4B631284C64}" type="slidenum">
                  <a:rPr lang="en-CA"/>
                  <a:t>11</a:t>
                </a:fld>
                <a:endParaRPr lang="en-CA"/>
              </a:p>
            </p:txBody>
          </p:sp>
        </p:spTree>
      </p:cSld>
      <p:clrMapOvr>
        <a:masterClrMapping/>
      </p:clrMapOvr>
    </p:notes>
  </mc:Choice>
  <mc:Fallback xmlns:mc="http://schemas.openxmlformats.org/markup-compatibility/2006" xmlns:p="http://schemas.openxmlformats.org/presentationml/2006/main" xmlns:r="http://schemas.openxmlformats.org/officeDocument/2006/relationships" xmlns:a="http://schemas.openxmlformats.org/drawingml/2006/main" xmlns="" xmlns:p14="http://schemas.microsoft.com/office/powerpoint/2010/main">
    <p:transition spd="slow"/>
  </mc:Fallback>
</mc:AlternateContent>
</file>

<file path=ppt/notesSlides/notesSlide11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1"/>
              <p:cNvSpPr>
                <a:spLocks noGrp="1" noRot="1" noChangeAspect="1"/>
              </p:cNvSpPr>
              <p:nvPr>
                <p:ph type="sldImg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0" tIns="0" rIns="0" bIns="0" anchor="t">
                <a:noAutofit/>
              </a:bodyPr>
              <a:lstStyle/>
              <a:p>
                <a:pPr marL="0" indent="0"/>
                <a:endParaRPr/>
              </a:p>
            </p:txBody>
          </p:sp>
          <p:sp>
            <p:nvSpPr>
              <p:cNvPr id="3" name="슬라이드 노트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 algn="l">
                  <a:buFontTx/>
                  <a:buNone/>
                </a:pPr>
                <a:endParaRPr/>
              </a:p>
            </p:txBody>
          </p:sp>
          <p:sp>
            <p:nvSpPr>
              <p:cNvPr id="4" name="슬라이드 번호 개체 틀 3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/>
              <a:p>
                <a:pPr marL="0" indent="0">
                  <a:buFontTx/>
                  <a:buNone/>
                </a:pPr>
                <a:fld id="{B9320F77-B9A0-41C5-862A-B4B631284C64}" type="slidenum">
                  <a:rPr lang="en-CA"/>
                  <a:t>12</a:t>
                </a:fld>
                <a:endParaRPr lang="en-CA"/>
              </a:p>
            </p:txBody>
          </p:sp>
        </p:spTree>
      </p:cSld>
      <p:clrMapOvr>
        <a:masterClrMapping/>
      </p:clrMapOvr>
    </p:notes>
  </mc:Choice>
  <mc:Fallback xmlns:mc="http://schemas.openxmlformats.org/markup-compatibility/2006" xmlns:p="http://schemas.openxmlformats.org/presentationml/2006/main" xmlns:r="http://schemas.openxmlformats.org/officeDocument/2006/relationships" xmlns:a="http://schemas.openxmlformats.org/drawingml/2006/main" xmlns="" xmlns:p14="http://schemas.microsoft.com/office/powerpoint/2010/main">
    <p:transition spd="slow"/>
  </mc:Fallback>
</mc:AlternateContent>
</file>

<file path=ppt/notesSlides/notesSlide12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1"/>
              <p:cNvSpPr>
                <a:spLocks noGrp="1" noRot="1" noChangeAspect="1"/>
              </p:cNvSpPr>
              <p:nvPr>
                <p:ph type="sldImg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0" tIns="0" rIns="0" bIns="0" anchor="t">
                <a:noAutofit/>
              </a:bodyPr>
              <a:lstStyle/>
              <a:p>
                <a:pPr marL="0" indent="0"/>
                <a:endParaRPr/>
              </a:p>
            </p:txBody>
          </p:sp>
          <p:sp>
            <p:nvSpPr>
              <p:cNvPr id="3" name="슬라이드 노트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 algn="l">
                  <a:buFontTx/>
                  <a:buNone/>
                </a:pPr>
                <a:endParaRPr/>
              </a:p>
            </p:txBody>
          </p:sp>
          <p:sp>
            <p:nvSpPr>
              <p:cNvPr id="4" name="슬라이드 번호 개체 틀 3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/>
              <a:p>
                <a:pPr marL="0" indent="0">
                  <a:buFontTx/>
                  <a:buNone/>
                </a:pPr>
                <a:fld id="{B9320F77-B9A0-41C5-862A-B4B631284C64}" type="slidenum">
                  <a:rPr lang="en-CA"/>
                  <a:t>13</a:t>
                </a:fld>
                <a:endParaRPr lang="en-CA"/>
              </a:p>
            </p:txBody>
          </p:sp>
        </p:spTree>
      </p:cSld>
      <p:clrMapOvr>
        <a:masterClrMapping/>
      </p:clrMapOvr>
    </p:notes>
  </mc:Choice>
  <mc:Fallback xmlns:mc="http://schemas.openxmlformats.org/markup-compatibility/2006" xmlns:p="http://schemas.openxmlformats.org/presentationml/2006/main" xmlns:r="http://schemas.openxmlformats.org/officeDocument/2006/relationships" xmlns:a="http://schemas.openxmlformats.org/drawingml/2006/main" xmlns="" xmlns:p14="http://schemas.microsoft.com/office/powerpoint/2010/main">
    <p:transition spd="slow"/>
  </mc:Fallback>
</mc:AlternateContent>
</file>

<file path=ppt/notesSlides/notesSlide13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1"/>
              <p:cNvSpPr>
                <a:spLocks noGrp="1" noRot="1" noChangeAspect="1"/>
              </p:cNvSpPr>
              <p:nvPr>
                <p:ph type="sldImg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0" tIns="0" rIns="0" bIns="0" anchor="t">
                <a:noAutofit/>
              </a:bodyPr>
              <a:lstStyle/>
              <a:p>
                <a:pPr marL="0" indent="0"/>
                <a:endParaRPr/>
              </a:p>
            </p:txBody>
          </p:sp>
          <p:sp>
            <p:nvSpPr>
              <p:cNvPr id="3" name="슬라이드 노트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 algn="l">
                  <a:buFontTx/>
                  <a:buNone/>
                </a:pPr>
                <a:endParaRPr/>
              </a:p>
            </p:txBody>
          </p:sp>
          <p:sp>
            <p:nvSpPr>
              <p:cNvPr id="4" name="슬라이드 번호 개체 틀 3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/>
              <a:p>
                <a:pPr marL="0" indent="0">
                  <a:buFontTx/>
                  <a:buNone/>
                </a:pPr>
                <a:fld id="{B9320F77-B9A0-41C5-862A-B4B631284C64}" type="slidenum">
                  <a:rPr lang="en-CA"/>
                  <a:t>14</a:t>
                </a:fld>
                <a:endParaRPr lang="en-CA"/>
              </a:p>
            </p:txBody>
          </p:sp>
        </p:spTree>
      </p:cSld>
      <p:clrMapOvr>
        <a:masterClrMapping/>
      </p:clrMapOvr>
    </p:notes>
  </mc:Choice>
  <mc:Fallback xmlns:mc="http://schemas.openxmlformats.org/markup-compatibility/2006" xmlns:p="http://schemas.openxmlformats.org/presentationml/2006/main" xmlns:r="http://schemas.openxmlformats.org/officeDocument/2006/relationships" xmlns:a="http://schemas.openxmlformats.org/drawingml/2006/main" xmlns="" xmlns:p14="http://schemas.microsoft.com/office/powerpoint/2010/main">
    <p:transition spd="slow"/>
  </mc:Fallback>
</mc:AlternateContent>
</file>

<file path=ppt/notesSlides/notesSlide14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1"/>
              <p:cNvSpPr>
                <a:spLocks noGrp="1" noRot="1" noChangeAspect="1"/>
              </p:cNvSpPr>
              <p:nvPr>
                <p:ph type="sldImg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0" tIns="0" rIns="0" bIns="0" anchor="t">
                <a:noAutofit/>
              </a:bodyPr>
              <a:lstStyle/>
              <a:p>
                <a:pPr marL="0" indent="0"/>
                <a:endParaRPr/>
              </a:p>
            </p:txBody>
          </p:sp>
          <p:sp>
            <p:nvSpPr>
              <p:cNvPr id="3" name="슬라이드 노트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 algn="l">
                  <a:buFontTx/>
                  <a:buNone/>
                </a:pPr>
                <a:endParaRPr/>
              </a:p>
            </p:txBody>
          </p:sp>
          <p:sp>
            <p:nvSpPr>
              <p:cNvPr id="4" name="슬라이드 번호 개체 틀 3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/>
              <a:p>
                <a:pPr marL="0" indent="0">
                  <a:buFontTx/>
                  <a:buNone/>
                </a:pPr>
                <a:fld id="{B9320F77-B9A0-41C5-862A-B4B631284C64}" type="slidenum">
                  <a:rPr lang="en-CA"/>
                  <a:t>15</a:t>
                </a:fld>
                <a:endParaRPr lang="en-CA"/>
              </a:p>
            </p:txBody>
          </p:sp>
        </p:spTree>
      </p:cSld>
      <p:clrMapOvr>
        <a:masterClrMapping/>
      </p:clrMapOvr>
    </p:notes>
  </mc:Choice>
  <mc:Fallback xmlns:mc="http://schemas.openxmlformats.org/markup-compatibility/2006" xmlns:p="http://schemas.openxmlformats.org/presentationml/2006/main" xmlns:r="http://schemas.openxmlformats.org/officeDocument/2006/relationships" xmlns:a="http://schemas.openxmlformats.org/drawingml/2006/main" xmlns="" xmlns:p14="http://schemas.microsoft.com/office/powerpoint/2010/main">
    <p:transition spd="slow"/>
  </mc:Fallback>
</mc:AlternateContent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vert="horz" wrap="square" lIns="0" tIns="0" rIns="0" bIns="0" anchor="t">
            <a:noAutofit/>
          </a:bodyPr>
          <a:lstStyle/>
          <a:p>
            <a:pPr marL="0" indent="0"/>
            <a:endParaRPr/>
          </a:p>
        </p:txBody>
      </p:sp>
      <p:sp>
        <p:nvSpPr>
          <p:cNvPr id="3" name="슬라이드 노트 개체 틀 2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7035" cy="3601085"/>
          </a:xfrm>
          <a:prstGeom prst="rect">
            <a:avLst/>
          </a:prstGeom>
        </p:spPr>
        <p:txBody>
          <a:bodyPr vert="horz" wrap="square" lIns="91440" tIns="45720" rIns="91440" bIns="45720" numCol="1" anchor="t">
            <a:noAutofit/>
          </a:bodyPr>
          <a:lstStyle/>
          <a:p>
            <a:pPr marL="0" indent="0" algn="l">
              <a:buFontTx/>
              <a:buNone/>
            </a:pPr>
            <a:endParaRPr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idx="5"/>
          </p:nvPr>
        </p:nvSpPr>
        <p:spPr>
          <a:xfrm>
            <a:off x="3884930" y="8685530"/>
            <a:ext cx="2972435" cy="459105"/>
          </a:xfrm>
          <a:prstGeom prst="rect">
            <a:avLst/>
          </a:prstGeom>
        </p:spPr>
        <p:txBody>
          <a:bodyPr vert="horz" wrap="square" lIns="91440" tIns="45720" rIns="91440" bIns="45720" numCol="1" anchor="b">
            <a:noAutofit/>
          </a:bodyPr>
          <a:lstStyle/>
          <a:p>
            <a:pPr marL="0" indent="0">
              <a:buFontTx/>
              <a:buNone/>
            </a:pPr>
            <a:fld id="{B9320F77-B9A0-41C5-862A-B4B631284C64}" type="slidenum">
              <a:rPr lang="en-CA"/>
              <a:t>16</a:t>
            </a:fld>
            <a:endParaRPr lang="en-CA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ko-KR" b="0" i="0" dirty="0">
              <a:effectLst/>
              <a:latin typeface="fkGroteskNeue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38202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ko-KR" b="0" i="0" dirty="0">
              <a:effectLst/>
              <a:latin typeface="fkGroteskNeue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32957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ko-KR" b="0" i="0" dirty="0">
              <a:effectLst/>
              <a:latin typeface="fkGroteskNeue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496999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ko-KR" b="0" i="0" dirty="0">
              <a:effectLst/>
              <a:latin typeface="fkGroteskNeue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11160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ko-KR" b="0" i="0" dirty="0">
              <a:effectLst/>
              <a:latin typeface="fkGroteskNeue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249289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ko-KR" b="0" i="0" dirty="0">
              <a:effectLst/>
              <a:latin typeface="fkGroteskNeue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709762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ko-KR" b="0" i="0" dirty="0">
              <a:effectLst/>
              <a:latin typeface="fkGroteskNeue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494740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ko-KR" b="0" i="0" dirty="0">
              <a:effectLst/>
              <a:latin typeface="fkGroteskNeue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85997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9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4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16.gif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2">
            <a:extLst>
              <a:ext uri="{FF2B5EF4-FFF2-40B4-BE49-F238E27FC236}">
                <a16:creationId xmlns:a16="http://schemas.microsoft.com/office/drawing/2014/main" id="{0A2B689D-8977-AD6A-3C69-6D92240020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927667" y="2898545"/>
            <a:ext cx="282262" cy="75270"/>
          </a:xfrm>
          <a:prstGeom prst="rect">
            <a:avLst/>
          </a:prstGeom>
        </p:spPr>
      </p:pic>
      <p:sp>
        <p:nvSpPr>
          <p:cNvPr id="17" name="Title 32">
            <a:extLst>
              <a:ext uri="{FF2B5EF4-FFF2-40B4-BE49-F238E27FC236}">
                <a16:creationId xmlns:a16="http://schemas.microsoft.com/office/drawing/2014/main" id="{15344361-8496-51B6-866B-094BE72A15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6157" y="3207777"/>
            <a:ext cx="7689344" cy="44244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000" b="1" spc="-15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marL="0" lvl="0" indent="-228600">
              <a:buFont typeface="Arial" panose="020B0604020202020204" pitchFamily="34" charset="0"/>
            </a:pPr>
            <a:r>
              <a:rPr lang="en-US" dirty="0"/>
              <a:t>PRESENTATION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F993181B-10D9-9297-61FD-4CCD2845F2C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56155" y="5363127"/>
            <a:ext cx="1346965" cy="38481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1600" b="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소속기관명</a:t>
            </a:r>
            <a:endParaRPr lang="en-US" dirty="0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45613ED5-364D-70A2-FBDC-67AB945B8EF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56156" y="3959455"/>
            <a:ext cx="7689344" cy="4389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부제목을 입력해 주세요</a:t>
            </a:r>
            <a:endParaRPr lang="en-US" dirty="0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4CD1575-1C7B-CFAB-E034-1CB5FDC6F6D9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2128520" y="5359223"/>
            <a:ext cx="2896815" cy="38481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1600" b="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성함 직함</a:t>
            </a:r>
            <a:endParaRPr lang="en-US" altLang="ko-KR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1864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AC6ED3B-B028-3C6A-603A-7FEC1CF2A0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5669026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C47035B-5EFB-CC4F-96A0-93ECD02EFE5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8600" y="1644673"/>
            <a:ext cx="3325603" cy="367852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F42CB39-D109-24BB-F6D0-0D47894AC977}"/>
              </a:ext>
            </a:extLst>
          </p:cNvPr>
          <p:cNvSpPr/>
          <p:nvPr userDrawn="1"/>
        </p:nvSpPr>
        <p:spPr>
          <a:xfrm>
            <a:off x="1838848" y="813916"/>
            <a:ext cx="3737345" cy="432080"/>
          </a:xfrm>
          <a:prstGeom prst="rect">
            <a:avLst/>
          </a:prstGeom>
          <a:gradFill flip="none" rotWithShape="1">
            <a:gsLst>
              <a:gs pos="75000">
                <a:srgbClr val="FFFFFF"/>
              </a:gs>
              <a:gs pos="44100">
                <a:srgbClr val="FFFFFF"/>
              </a:gs>
              <a:gs pos="100000">
                <a:schemeClr val="bg1">
                  <a:alpha val="41000"/>
                </a:schemeClr>
              </a:gs>
              <a:gs pos="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EC3ED8-DCB6-B804-2AC4-6D3105DE41D9}"/>
              </a:ext>
            </a:extLst>
          </p:cNvPr>
          <p:cNvSpPr txBox="1"/>
          <p:nvPr userDrawn="1"/>
        </p:nvSpPr>
        <p:spPr>
          <a:xfrm>
            <a:off x="574525" y="575156"/>
            <a:ext cx="2804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147B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CONTENTS</a:t>
            </a:r>
            <a:endParaRPr lang="ko-KR" altLang="en-US" sz="2800" b="1" dirty="0">
              <a:solidFill>
                <a:srgbClr val="147BD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부제목 13">
            <a:extLst>
              <a:ext uri="{FF2B5EF4-FFF2-40B4-BE49-F238E27FC236}">
                <a16:creationId xmlns:a16="http://schemas.microsoft.com/office/drawing/2014/main" id="{9D79CC19-00AF-C47A-B5DC-A4C39937A145}"/>
              </a:ext>
            </a:extLst>
          </p:cNvPr>
          <p:cNvSpPr txBox="1">
            <a:spLocks/>
          </p:cNvSpPr>
          <p:nvPr userDrawn="1"/>
        </p:nvSpPr>
        <p:spPr>
          <a:xfrm>
            <a:off x="645645" y="387656"/>
            <a:ext cx="2643655" cy="43895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200" dirty="0">
                <a:solidFill>
                  <a:srgbClr val="D4D4D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  I  N  E  P  L  U  S  I  T</a:t>
            </a:r>
            <a:endParaRPr lang="ko-KR" altLang="en-US" sz="1200" dirty="0">
              <a:solidFill>
                <a:srgbClr val="D4D4D2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A57AF3A-A4EB-0B0A-9D18-3723383EF2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36A8999-FDD4-0AD3-598F-C2CAE37EC2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E266866-8E2B-E06F-867C-AA402CB3245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891" r="52827"/>
          <a:stretch/>
        </p:blipFill>
        <p:spPr>
          <a:xfrm rot="10800000">
            <a:off x="0" y="4991407"/>
            <a:ext cx="2225400" cy="1876097"/>
          </a:xfrm>
          <a:prstGeom prst="rect">
            <a:avLst/>
          </a:prstGeom>
        </p:spPr>
      </p:pic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C6627FCA-972B-4BB6-55FD-CE8B4728242C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4840E2-5E13-B055-1443-080C8EACE103}"/>
              </a:ext>
            </a:extLst>
          </p:cNvPr>
          <p:cNvSpPr/>
          <p:nvPr userDrawn="1"/>
        </p:nvSpPr>
        <p:spPr>
          <a:xfrm>
            <a:off x="3378685" y="10583"/>
            <a:ext cx="2290341" cy="432080"/>
          </a:xfrm>
          <a:prstGeom prst="rect">
            <a:avLst/>
          </a:prstGeom>
          <a:gradFill flip="none" rotWithShape="1">
            <a:gsLst>
              <a:gs pos="75000">
                <a:srgbClr val="FFFFFF"/>
              </a:gs>
              <a:gs pos="44100">
                <a:srgbClr val="FFFFFF"/>
              </a:gs>
              <a:gs pos="100000">
                <a:schemeClr val="bg1">
                  <a:alpha val="41000"/>
                </a:schemeClr>
              </a:gs>
              <a:gs pos="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175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7C6BF1BD-65AB-9F9F-BBF8-02D82CB2EF4F}"/>
              </a:ext>
            </a:extLst>
          </p:cNvPr>
          <p:cNvGrpSpPr/>
          <p:nvPr userDrawn="1"/>
        </p:nvGrpSpPr>
        <p:grpSpPr>
          <a:xfrm>
            <a:off x="0" y="20686"/>
            <a:ext cx="12192000" cy="2801257"/>
            <a:chOff x="0" y="20686"/>
            <a:chExt cx="12192000" cy="2801257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9AC185F2-217E-FC8A-F79E-6207FBCF9F9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4341"/>
            <a:stretch/>
          </p:blipFill>
          <p:spPr>
            <a:xfrm>
              <a:off x="0" y="20686"/>
              <a:ext cx="12192000" cy="2694338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8EB42C5-A44E-941C-BD61-D4F388159019}"/>
                </a:ext>
              </a:extLst>
            </p:cNvPr>
            <p:cNvSpPr/>
            <p:nvPr userDrawn="1"/>
          </p:nvSpPr>
          <p:spPr>
            <a:xfrm>
              <a:off x="4749800" y="1357618"/>
              <a:ext cx="3086100" cy="14643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24E42BE8-63C9-AD43-B49A-36AB11AB458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99" r="37743" b="78275"/>
          <a:stretch/>
        </p:blipFill>
        <p:spPr>
          <a:xfrm rot="5400000">
            <a:off x="10192809" y="4800676"/>
            <a:ext cx="3057033" cy="92778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33D89CB-B719-EA94-FA05-4B1D5B5E9E4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87315" y="237245"/>
            <a:ext cx="887350" cy="370320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C218C5B9-E411-1190-D487-C7629F66580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ABACC5D-C8EA-42F1-CA99-243C0146CA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373" y="3493142"/>
            <a:ext cx="10744200" cy="1188720"/>
          </a:xfrm>
        </p:spPr>
        <p:txBody>
          <a:bodyPr anchor="t" anchorCtr="0">
            <a:noAutofit/>
          </a:bodyPr>
          <a:lstStyle>
            <a:lvl1pPr>
              <a:lnSpc>
                <a:spcPct val="130000"/>
              </a:lnSpc>
              <a:defRPr sz="2800" b="1" spc="-15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간지 내용을 입력해 주세요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366482A-6BF8-FFC6-47C6-24B31596039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56744" y="4004065"/>
            <a:ext cx="10827604" cy="677797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>
              <a:lnSpc>
                <a:spcPct val="130000"/>
              </a:lnSpc>
              <a:buNone/>
              <a:defRPr sz="2000" spc="-15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내용을 입력해 주세요</a:t>
            </a:r>
            <a:endParaRPr 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97B5B7B-C0AC-3577-38A0-8DDD0EE0191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5654" r="57737" b="59319"/>
          <a:stretch/>
        </p:blipFill>
        <p:spPr>
          <a:xfrm>
            <a:off x="379186" y="2976683"/>
            <a:ext cx="2131786" cy="361720"/>
          </a:xfrm>
          <a:prstGeom prst="rect">
            <a:avLst/>
          </a:prstGeom>
        </p:spPr>
      </p:pic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C0B63F71-8B17-75BA-431B-EC8B15CED286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98885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레이아웃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>
            <a:extLst>
              <a:ext uri="{FF2B5EF4-FFF2-40B4-BE49-F238E27FC236}">
                <a16:creationId xmlns:a16="http://schemas.microsoft.com/office/drawing/2014/main" id="{F5FF8531-6602-6B50-A085-CDB91C415011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9DB3ED-6F85-3EFA-BBD1-BABB6B9C68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C01F753-9E37-C8DC-95FF-DF93DF3393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2" name="슬라이드 번호 개체 틀 4">
            <a:extLst>
              <a:ext uri="{FF2B5EF4-FFF2-40B4-BE49-F238E27FC236}">
                <a16:creationId xmlns:a16="http://schemas.microsoft.com/office/drawing/2014/main" id="{6A11B6C2-6061-3E55-077D-166C78B0ED7E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1699753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3B83660C-63E0-0CAA-517A-56CE5094A9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19" name="내용 개체 틀 4">
            <a:extLst>
              <a:ext uri="{FF2B5EF4-FFF2-40B4-BE49-F238E27FC236}">
                <a16:creationId xmlns:a16="http://schemas.microsoft.com/office/drawing/2014/main" id="{58830C0C-E56C-3ECA-C9CA-D786D27DA36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84708" y="1722863"/>
            <a:ext cx="7688263" cy="1662693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본문 내용을 입력해 주세요</a:t>
            </a:r>
          </a:p>
        </p:txBody>
      </p:sp>
      <p:sp>
        <p:nvSpPr>
          <p:cNvPr id="20" name="내용 개체 틀 4">
            <a:extLst>
              <a:ext uri="{FF2B5EF4-FFF2-40B4-BE49-F238E27FC236}">
                <a16:creationId xmlns:a16="http://schemas.microsoft.com/office/drawing/2014/main" id="{DA2D460F-401E-946C-4819-5CAF1DEE37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8437" y="1265135"/>
            <a:ext cx="7688263" cy="384780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spc="-15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064D8154-20AE-1DD0-D610-B24CF84C8A9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87224E7-8403-7591-6B1C-C031BE82A3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E5410BEA-4881-88D1-E737-C10291E66D4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A10D5E0-0C61-CEB0-1EA0-431E53BBA66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7F29AE4C-4C6B-01FA-DB71-26C9389E4690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86381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3516CDB-E9B6-C141-6F62-385284C8A5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22" name="Rectangle 6">
            <a:extLst>
              <a:ext uri="{FF2B5EF4-FFF2-40B4-BE49-F238E27FC236}">
                <a16:creationId xmlns:a16="http://schemas.microsoft.com/office/drawing/2014/main" id="{CE4883FB-2488-2AEA-9DBF-6062CF83A16C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93A3342-6080-B045-1993-4AED439136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7B1C25-666F-3850-741D-F8453E0AD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8438" y="1447286"/>
            <a:ext cx="5276562" cy="4862073"/>
          </a:xfrm>
          <a:prstGeom prst="rect">
            <a:avLst/>
          </a:prstGeom>
        </p:spPr>
        <p:txBody>
          <a:bodyPr rIns="182880"/>
          <a:lstStyle>
            <a:lvl1pPr marL="280988" indent="-280988">
              <a:lnSpc>
                <a:spcPct val="130000"/>
              </a:lnSpc>
              <a:buClr>
                <a:srgbClr val="E31837"/>
              </a:buClr>
              <a:defRPr sz="1800" spc="-150"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633413" indent="-295275">
              <a:lnSpc>
                <a:spcPct val="130000"/>
              </a:lnSpc>
              <a:buFont typeface="Arial" panose="020B0604020202020204" pitchFamily="34" charset="0"/>
              <a:buChar char="–"/>
              <a:tabLst>
                <a:tab pos="801688" algn="l"/>
              </a:tabLst>
              <a:defRPr sz="16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2pPr>
            <a:lvl3pPr marL="858838" indent="-225425">
              <a:lnSpc>
                <a:spcPct val="130000"/>
              </a:lnSpc>
              <a:buFont typeface="Arial" panose="020B0604020202020204" pitchFamily="34" charset="0"/>
              <a:buChar char="–"/>
              <a:defRPr sz="12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86742E4-6FBD-24DE-B85E-52C7A29DCB4E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6477000" y="1446772"/>
            <a:ext cx="5276562" cy="4862073"/>
          </a:xfrm>
          <a:prstGeom prst="rect">
            <a:avLst/>
          </a:prstGeom>
        </p:spPr>
        <p:txBody>
          <a:bodyPr rIns="182880"/>
          <a:lstStyle>
            <a:lvl1pPr marL="280988" indent="-280988">
              <a:lnSpc>
                <a:spcPct val="130000"/>
              </a:lnSpc>
              <a:buClr>
                <a:srgbClr val="E31837"/>
              </a:buClr>
              <a:defRPr sz="1800" spc="-150"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633413" indent="-295275">
              <a:lnSpc>
                <a:spcPct val="130000"/>
              </a:lnSpc>
              <a:buFont typeface="Arial" panose="020B0604020202020204" pitchFamily="34" charset="0"/>
              <a:buChar char="–"/>
              <a:tabLst>
                <a:tab pos="801688" algn="l"/>
              </a:tabLst>
              <a:defRPr sz="16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2pPr>
            <a:lvl3pPr marL="858838" indent="-225425">
              <a:lnSpc>
                <a:spcPct val="130000"/>
              </a:lnSpc>
              <a:buFont typeface="Arial" panose="020B0604020202020204" pitchFamily="34" charset="0"/>
              <a:buChar char="–"/>
              <a:defRPr sz="12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6165312-91BD-A6B4-3DB8-FCCC95EBC28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내용 개체 틀 4">
            <a:extLst>
              <a:ext uri="{FF2B5EF4-FFF2-40B4-BE49-F238E27FC236}">
                <a16:creationId xmlns:a16="http://schemas.microsoft.com/office/drawing/2014/main" id="{443307DC-A9A4-0AF1-431B-CE8D866C6F0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EACB026E-116D-A154-5B23-D99661FC4A7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151408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 구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9581B5-AD61-C855-0268-F70136A9FC8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707089-CB6C-150C-BF3E-38E3E399EA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33D89CB-B719-EA94-FA05-4B1D5B5E9E4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87316" y="237245"/>
            <a:ext cx="887348" cy="370320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C218C5B9-E411-1190-D487-C7629F66580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cdtText Placeholder 12 Id13">
            <a:extLst>
              <a:ext uri="{FF2B5EF4-FFF2-40B4-BE49-F238E27FC236}">
                <a16:creationId xmlns:a16="http://schemas.microsoft.com/office/drawing/2014/main" id="{AAF3BF8F-EA23-F148-B484-C055AFAA6127}"/>
              </a:ext>
            </a:extLst>
          </p:cNvPr>
          <p:cNvSpPr>
            <a:spLocks noGrp="1"/>
          </p:cNvSpPr>
          <p:nvPr>
            <p:ph type="body" sz="quarter" idx="14" hasCustomPrompt="1"/>
            <p:custDataLst>
              <p:tags r:id="rId1"/>
            </p:custDataLst>
          </p:nvPr>
        </p:nvSpPr>
        <p:spPr bwMode="auto">
          <a:xfrm>
            <a:off x="4864100" y="1663814"/>
            <a:ext cx="7327900" cy="392272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21" name="Bildplatzhalter 7">
            <a:extLst>
              <a:ext uri="{FF2B5EF4-FFF2-40B4-BE49-F238E27FC236}">
                <a16:creationId xmlns:a16="http://schemas.microsoft.com/office/drawing/2014/main" id="{8E616DC4-24DA-D652-DA34-FA51D618129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7400" y="1663814"/>
            <a:ext cx="3724650" cy="3922726"/>
          </a:xfrm>
        </p:spPr>
        <p:txBody>
          <a:bodyPr tIns="1800000">
            <a:normAutofit/>
          </a:bodyPr>
          <a:lstStyle>
            <a:lvl1pPr marL="0" indent="0" algn="ctr">
              <a:buNone/>
              <a:defRPr lang="en-US" sz="1800" noProof="0" dirty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 dirty="0"/>
              <a:t>이미지를 추가해 주세요</a:t>
            </a:r>
            <a:endParaRPr lang="en-US" noProof="0" dirty="0"/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C9CFBB3B-8459-B072-CE35-DD44739A71F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4" name="내용 개체 틀 4">
            <a:extLst>
              <a:ext uri="{FF2B5EF4-FFF2-40B4-BE49-F238E27FC236}">
                <a16:creationId xmlns:a16="http://schemas.microsoft.com/office/drawing/2014/main" id="{43239AF0-F814-1FD7-257B-DDBBDB114EBC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6B8DCC5C-A8F6-8B61-A136-3FE8CE48A16C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537133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 구역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3516CDB-E9B6-C141-6F62-385284C8A5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22" name="Rectangle 6">
            <a:extLst>
              <a:ext uri="{FF2B5EF4-FFF2-40B4-BE49-F238E27FC236}">
                <a16:creationId xmlns:a16="http://schemas.microsoft.com/office/drawing/2014/main" id="{CE4883FB-2488-2AEA-9DBF-6062CF83A16C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93A3342-6080-B045-1993-4AED439136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5" name="Bildplatzhalter 7">
            <a:extLst>
              <a:ext uri="{FF2B5EF4-FFF2-40B4-BE49-F238E27FC236}">
                <a16:creationId xmlns:a16="http://schemas.microsoft.com/office/drawing/2014/main" id="{D85258F4-62CE-F16F-9645-FF41CDB1D15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7400" y="1676514"/>
            <a:ext cx="3724650" cy="3910026"/>
          </a:xfrm>
        </p:spPr>
        <p:txBody>
          <a:bodyPr tIns="1800000" anchor="t">
            <a:normAutofit/>
          </a:bodyPr>
          <a:lstStyle>
            <a:lvl1pPr marL="0" indent="0" algn="ctr">
              <a:buNone/>
              <a:defRPr lang="en-US" sz="1800" noProof="0" dirty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 dirty="0"/>
              <a:t>이미지를 추가해 주세요</a:t>
            </a:r>
            <a:endParaRPr lang="en-US" noProof="0" dirty="0"/>
          </a:p>
        </p:txBody>
      </p:sp>
      <p:sp>
        <p:nvSpPr>
          <p:cNvPr id="6" name="내용 개체 틀 4">
            <a:extLst>
              <a:ext uri="{FF2B5EF4-FFF2-40B4-BE49-F238E27FC236}">
                <a16:creationId xmlns:a16="http://schemas.microsoft.com/office/drawing/2014/main" id="{BCDC8753-1F35-1528-64B1-335591BD4AA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98D4D303-C8FF-C353-4FA5-2C610350C5A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cdtText Placeholder 12 Id13">
            <a:extLst>
              <a:ext uri="{FF2B5EF4-FFF2-40B4-BE49-F238E27FC236}">
                <a16:creationId xmlns:a16="http://schemas.microsoft.com/office/drawing/2014/main" id="{05432AFD-A799-FEA4-2069-2B09A5AC6813}"/>
              </a:ext>
            </a:extLst>
          </p:cNvPr>
          <p:cNvSpPr>
            <a:spLocks noGrp="1"/>
          </p:cNvSpPr>
          <p:nvPr>
            <p:ph type="body" sz="quarter" idx="21" hasCustomPrompt="1"/>
            <p:custDataLst>
              <p:tags r:id="rId1"/>
            </p:custDataLst>
          </p:nvPr>
        </p:nvSpPr>
        <p:spPr bwMode="auto">
          <a:xfrm>
            <a:off x="5032972" y="3821354"/>
            <a:ext cx="6244627" cy="176518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9" name="cdtText Placeholder 12 Id13">
            <a:extLst>
              <a:ext uri="{FF2B5EF4-FFF2-40B4-BE49-F238E27FC236}">
                <a16:creationId xmlns:a16="http://schemas.microsoft.com/office/drawing/2014/main" id="{44EF8955-81F0-73C3-DF88-D85D87ED57DE}"/>
              </a:ext>
            </a:extLst>
          </p:cNvPr>
          <p:cNvSpPr>
            <a:spLocks noGrp="1"/>
          </p:cNvSpPr>
          <p:nvPr>
            <p:ph type="body" sz="quarter" idx="22" hasCustomPrompt="1"/>
            <p:custDataLst>
              <p:tags r:id="rId2"/>
            </p:custDataLst>
          </p:nvPr>
        </p:nvSpPr>
        <p:spPr bwMode="auto">
          <a:xfrm>
            <a:off x="5032973" y="1663814"/>
            <a:ext cx="6244627" cy="176518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4" name="슬라이드 번호 개체 틀 4">
            <a:extLst>
              <a:ext uri="{FF2B5EF4-FFF2-40B4-BE49-F238E27FC236}">
                <a16:creationId xmlns:a16="http://schemas.microsoft.com/office/drawing/2014/main" id="{4A7882DE-8F0D-5B26-23EB-0FCFD6159BE5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5633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">
    <p:bg>
      <p:bgPr>
        <a:gradFill>
          <a:gsLst>
            <a:gs pos="0">
              <a:srgbClr val="147BD1"/>
            </a:gs>
            <a:gs pos="100000">
              <a:srgbClr val="1DCAD3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D64FA5-CDB1-F994-65BE-0BE3473A03F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808505" y="3704117"/>
            <a:ext cx="2383495" cy="3153883"/>
          </a:xfrm>
          <a:prstGeom prst="rect">
            <a:avLst/>
          </a:prstGeom>
        </p:spPr>
      </p:pic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46002F36-FFAD-B4D5-4A66-5C0A43DC4642}"/>
              </a:ext>
            </a:extLst>
          </p:cNvPr>
          <p:cNvSpPr txBox="1">
            <a:spLocks/>
          </p:cNvSpPr>
          <p:nvPr userDrawn="1"/>
        </p:nvSpPr>
        <p:spPr>
          <a:xfrm>
            <a:off x="93154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953AF5-74C5-EA32-15A6-A2A81C8D99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9" t="27780"/>
          <a:stretch/>
        </p:blipFill>
        <p:spPr>
          <a:xfrm>
            <a:off x="0" y="0"/>
            <a:ext cx="4379984" cy="2614021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C7CAAF6-0D81-0DCB-296D-A9E665D79F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ED072FD4-8691-B58C-84BF-7070B55A96C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B47B13F2-BD53-D01C-9069-5413AEC44D5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835760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강조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4538ECC-A452-5DE0-2C54-865A434A94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6" r="493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47BD1"/>
              </a:gs>
              <a:gs pos="100000">
                <a:srgbClr val="1DCAD3"/>
              </a:gs>
            </a:gsLst>
            <a:lin ang="0" scaled="0"/>
          </a:gradFill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B7B3518-26CB-355D-7DB5-1B211E753BC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7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내용 개체 틀 4">
            <a:extLst>
              <a:ext uri="{FF2B5EF4-FFF2-40B4-BE49-F238E27FC236}">
                <a16:creationId xmlns:a16="http://schemas.microsoft.com/office/drawing/2014/main" id="{A4E287ED-A70F-A637-2193-59961888DC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12" name="내용 개체 틀 4">
            <a:extLst>
              <a:ext uri="{FF2B5EF4-FFF2-40B4-BE49-F238E27FC236}">
                <a16:creationId xmlns:a16="http://schemas.microsoft.com/office/drawing/2014/main" id="{64C8EF82-2A0B-E9D3-036C-2352D68DEE6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94BC1758-BCD0-EFDE-D40D-3328166423D0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524256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강조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4538ECC-A452-5DE0-2C54-865A434A94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0" r="5270"/>
          <a:stretch/>
        </p:blipFill>
        <p:spPr>
          <a:xfrm>
            <a:off x="11860" y="0"/>
            <a:ext cx="12168280" cy="6858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B7B3518-26CB-355D-7DB5-1B211E753BC1}"/>
              </a:ext>
            </a:extLst>
          </p:cNvPr>
          <p:cNvSpPr/>
          <p:nvPr userDrawn="1"/>
        </p:nvSpPr>
        <p:spPr>
          <a:xfrm>
            <a:off x="-11860" y="0"/>
            <a:ext cx="12192000" cy="6858000"/>
          </a:xfrm>
          <a:prstGeom prst="rect">
            <a:avLst/>
          </a:prstGeom>
          <a:solidFill>
            <a:schemeClr val="dk1">
              <a:alpha val="7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46002F36-FFAD-B4D5-4A66-5C0A43DC4642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  <p:sp>
        <p:nvSpPr>
          <p:cNvPr id="11" name="내용 개체 틀 4">
            <a:extLst>
              <a:ext uri="{FF2B5EF4-FFF2-40B4-BE49-F238E27FC236}">
                <a16:creationId xmlns:a16="http://schemas.microsoft.com/office/drawing/2014/main" id="{A4E287ED-A70F-A637-2193-59961888DC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12" name="내용 개체 틀 4">
            <a:extLst>
              <a:ext uri="{FF2B5EF4-FFF2-40B4-BE49-F238E27FC236}">
                <a16:creationId xmlns:a16="http://schemas.microsoft.com/office/drawing/2014/main" id="{64C8EF82-2A0B-E9D3-036C-2352D68DEE6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</p:spTree>
    <p:extLst>
      <p:ext uri="{BB962C8B-B14F-4D97-AF65-F5344CB8AC3E}">
        <p14:creationId xmlns:p14="http://schemas.microsoft.com/office/powerpoint/2010/main" val="1331130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FC620FB5-B821-DD9F-5C14-6B031E01698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051" b="68742"/>
          <a:stretch/>
        </p:blipFill>
        <p:spPr>
          <a:xfrm rot="5400000">
            <a:off x="-347201" y="272317"/>
            <a:ext cx="1831557" cy="1185564"/>
          </a:xfrm>
          <a:prstGeom prst="rect">
            <a:avLst/>
          </a:prstGeom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4F2F3662-5803-F093-0DD0-028CD7271654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C84D7C-145C-4AF9-76D0-7B1431CD2603}"/>
              </a:ext>
            </a:extLst>
          </p:cNvPr>
          <p:cNvSpPr txBox="1"/>
          <p:nvPr userDrawn="1"/>
        </p:nvSpPr>
        <p:spPr>
          <a:xfrm>
            <a:off x="5275256" y="6511765"/>
            <a:ext cx="404019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solidFill>
                  <a:schemeClr val="bg2">
                    <a:lumMod val="90000"/>
                  </a:schemeClr>
                </a:solidFill>
              </a:rPr>
              <a:t>www.npit.co.kr | www.cadence.com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AEF28D-8886-7A1A-E40A-67F610580BDE}"/>
              </a:ext>
            </a:extLst>
          </p:cNvPr>
          <p:cNvSpPr txBox="1"/>
          <p:nvPr userDrawn="1"/>
        </p:nvSpPr>
        <p:spPr>
          <a:xfrm>
            <a:off x="779685" y="2899820"/>
            <a:ext cx="16144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spc="-1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Thank you.</a:t>
            </a:r>
            <a:endParaRPr lang="ko-KR" altLang="en-US" sz="2400" b="1" spc="-15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BC1CFEA-8870-7DAA-E9D9-0153330F927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109" y="196937"/>
            <a:ext cx="1185562" cy="224451"/>
          </a:xfrm>
          <a:prstGeom prst="rect">
            <a:avLst/>
          </a:prstGeom>
        </p:spPr>
      </p:pic>
      <p:pic>
        <p:nvPicPr>
          <p:cNvPr id="6" name="Graphic 12">
            <a:extLst>
              <a:ext uri="{FF2B5EF4-FFF2-40B4-BE49-F238E27FC236}">
                <a16:creationId xmlns:a16="http://schemas.microsoft.com/office/drawing/2014/main" id="{ABF6BE7C-7BEB-9089-D842-E1FB93808AF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849618" y="2663329"/>
            <a:ext cx="282262" cy="7527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062AFAA-FF6C-78BB-9FC5-DFD9466E0DAE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0083" y="1514526"/>
            <a:ext cx="2965031" cy="327968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D4D2F14-B0D6-8A92-0A8F-64B1949F8C4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739" t="12615"/>
          <a:stretch/>
        </p:blipFill>
        <p:spPr>
          <a:xfrm rot="10800000">
            <a:off x="10342616" y="3480709"/>
            <a:ext cx="1802600" cy="3333749"/>
          </a:xfrm>
          <a:prstGeom prst="rect">
            <a:avLst/>
          </a:prstGeom>
        </p:spPr>
      </p:pic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5C4E2205-6958-43AE-E6B8-60D61D53E91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8400669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A601D2-EC58-C9D9-66C5-E3C750788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1030"/>
          </a:xfrm>
        </p:spPr>
        <p:txBody>
          <a:bodyPr>
            <a:noAutofit/>
          </a:bodyPr>
          <a:lstStyle>
            <a:lvl1pPr>
              <a:defRPr sz="3600" b="1"/>
            </a:lvl1pPr>
          </a:lstStyle>
          <a:p>
            <a:r>
              <a:rPr lang="ko-KR" altLang="en-US" dirty="0"/>
              <a:t>마스터 제목 스타일 편집</a:t>
            </a:r>
            <a:endParaRPr lang="en-CA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5F62F2-10CB-21B8-E968-6E1F717F3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0775"/>
            <a:ext cx="10515600" cy="505650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CA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975F2A-690B-8E35-55A5-09EC8C9870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DD61FD73-F43C-4CEC-A4BC-4F63297EBA95}" type="datetimeFigureOut">
              <a:rPr lang="en-CA" smtClean="0"/>
              <a:t>2026-08-18</a:t>
            </a:fld>
            <a:endParaRPr lang="en-CA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20777A-56DA-4165-A342-6D1957147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en-CA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23C9D3-AB74-5CC7-9BFB-48CE3DFE4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B49013B5-75D4-45EF-8263-FECEAD7B518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651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1233150" cy="654760"/>
          </a:xfrm>
        </p:spPr>
        <p:txBody>
          <a:bodyPr anchor="t"/>
          <a:lstStyle>
            <a:lvl1pPr>
              <a:defRPr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171111"/>
            <a:ext cx="11233150" cy="4948335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chemeClr val="tx2"/>
                </a:solidFill>
              </a:defRPr>
            </a:lvl1pPr>
            <a:lvl2pPr marL="672783">
              <a:lnSpc>
                <a:spcPct val="100000"/>
              </a:lnSpc>
              <a:spcAft>
                <a:spcPts val="0"/>
              </a:spcAft>
              <a:defRPr sz="2000">
                <a:solidFill>
                  <a:schemeClr val="tx2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3pPr>
            <a:lvl4pPr marL="1293178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noProof="0" dirty="0"/>
              <a:t>Click to edit Master text styles with Top Level Bullet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68068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217EF33-D600-989E-8A91-749A5D900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8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441B4B-84BC-1AF8-3E52-17240F744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EB88D-BBE7-6387-84B5-6EE90D94E1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BEC200-83C1-4365-A99F-86FD10E76130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6A1E2B-77FA-7B7E-80BF-AD04C6721F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93BC41-64C4-A681-82AC-FD8DCB42FA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36D7E8-4E64-4D6D-BDDF-219C8CEEFBA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153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82" r:id="rId1"/>
    <p:sldLayoutId id="2147484583" r:id="rId2"/>
    <p:sldLayoutId id="2147484584" r:id="rId3"/>
    <p:sldLayoutId id="2147484585" r:id="rId4"/>
    <p:sldLayoutId id="2147484586" r:id="rId5"/>
    <p:sldLayoutId id="2147484587" r:id="rId6"/>
    <p:sldLayoutId id="2147484588" r:id="rId7"/>
    <p:sldLayoutId id="2147484589" r:id="rId8"/>
    <p:sldLayoutId id="2147484590" r:id="rId9"/>
    <p:sldLayoutId id="2147484591" r:id="rId10"/>
    <p:sldLayoutId id="2147484592" r:id="rId11"/>
    <p:sldLayoutId id="2147484593" r:id="rId12"/>
    <p:sldLayoutId id="2147484594" r:id="rId13"/>
    <p:sldLayoutId id="2147484595" r:id="rId14"/>
  </p:sldLayoutIdLst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fImage12366495447.emf"/><Relationship Id="rId3" Type="http://schemas.openxmlformats.org/officeDocument/2006/relationships/image" Target="../media/image44.png"/><Relationship Id="rId7" Type="http://schemas.openxmlformats.org/officeDocument/2006/relationships/customXml" Target="../ink/ink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fImage25566489895.emf"/><Relationship Id="rId5" Type="http://schemas.openxmlformats.org/officeDocument/2006/relationships/customXml" Target="../ink/ink1.xml"/><Relationship Id="rId10" Type="http://schemas.openxmlformats.org/officeDocument/2006/relationships/image" Target="../media/fImage13166501726.emf"/><Relationship Id="rId4" Type="http://schemas.openxmlformats.org/officeDocument/2006/relationships/image" Target="../media/image45.png"/><Relationship Id="rId9" Type="http://schemas.openxmlformats.org/officeDocument/2006/relationships/customXml" Target="../ink/ink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89591-F99B-E9A0-5755-41D660F30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155" y="3207776"/>
            <a:ext cx="7689344" cy="802161"/>
          </a:xfrm>
        </p:spPr>
        <p:txBody>
          <a:bodyPr/>
          <a:lstStyle/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SoC 102: Design</a:t>
            </a:r>
            <a:r>
              <a:rPr lang="en-US" altLang="ko-KR" dirty="0">
                <a:latin typeface="+mj-lt"/>
              </a:rPr>
              <a:t/>
            </a:r>
            <a:br>
              <a:rPr lang="en-US" altLang="ko-KR" dirty="0">
                <a:latin typeface="+mj-lt"/>
              </a:rPr>
            </a:br>
            <a:endParaRPr lang="ko-KR" altLang="en-US" b="1" dirty="0">
              <a:latin typeface="+mj-lt"/>
            </a:endParaRPr>
          </a:p>
        </p:txBody>
      </p:sp>
      <p:sp>
        <p:nvSpPr>
          <p:cNvPr id="4" name="부제목 3">
            <a:extLst>
              <a:ext uri="{FF2B5EF4-FFF2-40B4-BE49-F238E27FC236}">
                <a16:creationId xmlns:a16="http://schemas.microsoft.com/office/drawing/2014/main" id="{A04821A0-9121-CBE3-449D-14D5A206E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6155" y="3917510"/>
            <a:ext cx="7689344" cy="438950"/>
          </a:xfrm>
        </p:spPr>
        <p:txBody>
          <a:bodyPr/>
          <a:lstStyle/>
          <a:p>
            <a:r>
              <a:rPr lang="ko-KR" altLang="en-US" b="1" dirty="0"/>
              <a:t>중간점검</a:t>
            </a:r>
            <a:r>
              <a:rPr lang="en-US" altLang="ko-KR" b="1" dirty="0"/>
              <a:t>: Basic Sequential Logic Circuit / Synthesis / PNR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0" y="6581001"/>
            <a:ext cx="1828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한만혁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140463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 txBox="1">
            <a:spLocks noGrp="1"/>
          </p:cNvSpPr>
          <p:nvPr>
            <p:ph sz="quarter" idx="11"/>
          </p:nvPr>
        </p:nvSpPr>
        <p:spPr>
          <a:xfrm>
            <a:off x="434975" y="564515"/>
            <a:ext cx="7689215" cy="501015"/>
          </a:xfrm>
          <a:prstGeom prst="rect">
            <a:avLst/>
          </a:prstGeom>
        </p:spPr>
        <p:txBody>
          <a:bodyPr vert="horz" wrap="square" lIns="91440" tIns="45720" rIns="91440" bIns="45720" numCol="1" anchor="t">
            <a:normAutofit lnSpcReduction="10000"/>
          </a:bodyPr>
          <a:lstStyle/>
          <a:p>
            <a:pPr marL="0" indent="0">
              <a:buFontTx/>
              <a:buNone/>
            </a:pPr>
            <a:r>
              <a:rPr lang="ko-KR" altLang="en-US"/>
              <a:t>목차</a:t>
            </a:r>
          </a:p>
        </p:txBody>
      </p:sp>
      <p:sp>
        <p:nvSpPr>
          <p:cNvPr id="4" name="Content Placeholder 2"/>
          <p:cNvSpPr txBox="1">
            <a:spLocks noGrp="1"/>
          </p:cNvSpPr>
          <p:nvPr/>
        </p:nvSpPr>
        <p:spPr>
          <a:xfrm>
            <a:off x="7378065" y="812165"/>
            <a:ext cx="7689215" cy="1420495"/>
          </a:xfrm>
          <a:prstGeom prst="rect">
            <a:avLst/>
          </a:prstGeom>
        </p:spPr>
        <p:txBody>
          <a:bodyPr vert="horz" wrap="square" lIns="91440" tIns="45720" rIns="91440" bIns="45720" numCol="1" anchor="t">
            <a:normAutofit fontScale="25000" lnSpcReduction="20000"/>
          </a:bodyPr>
          <a:lstStyle/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맑은 고딕" charset="0"/>
                <a:ea typeface="맑은 고딕" charset="0"/>
              </a:rPr>
              <a:t>조합논리회로(COMB)</a:t>
            </a:r>
            <a:endParaRPr lang="ko-KR" altLang="en-US" sz="5600" b="1">
              <a:latin typeface="맑은 고딕" charset="0"/>
              <a:ea typeface="맑은 고딕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맑은 고딕" charset="0"/>
                <a:ea typeface="맑은 고딕" charset="0"/>
              </a:rPr>
              <a:t>	</a:t>
            </a:r>
            <a:r>
              <a:rPr lang="ko-KR" altLang="en-US" sz="5600" b="1" spc="-140">
                <a:latin typeface="Arial" charset="0"/>
                <a:ea typeface="Arial" charset="0"/>
                <a:sym typeface="Arial" charset="0"/>
              </a:rPr>
              <a:t>• MUX</a:t>
            </a:r>
            <a:endParaRPr lang="ko-KR" altLang="en-US" sz="5600" b="1"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Arial" charset="0"/>
                <a:ea typeface="Arial" charset="0"/>
                <a:sym typeface="Arial" charset="0"/>
              </a:rPr>
              <a:t>	• ENCODER</a:t>
            </a:r>
            <a:endParaRPr lang="ko-KR" altLang="en-US" sz="5600" b="1"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Arial" charset="0"/>
                <a:ea typeface="Arial" charset="0"/>
                <a:sym typeface="Arial" charset="0"/>
              </a:rPr>
              <a:t>	• DECODER</a:t>
            </a:r>
            <a:endParaRPr lang="ko-KR" altLang="en-US" sz="5600" b="1"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Arial" charset="0"/>
                <a:ea typeface="Arial" charset="0"/>
                <a:sym typeface="Arial" charset="0"/>
              </a:rPr>
              <a:t>	•  COMPARATOR</a:t>
            </a:r>
            <a:endParaRPr lang="ko-KR" altLang="en-US" sz="5600" b="1"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Arial" charset="0"/>
                <a:ea typeface="Arial" charset="0"/>
                <a:sym typeface="Arial" charset="0"/>
              </a:rPr>
              <a:t>	•  3_STATE_BUS</a:t>
            </a:r>
            <a:endParaRPr lang="ko-KR" altLang="en-US" sz="5600" b="1"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endParaRPr lang="ko-KR" altLang="en-US" sz="5600" b="1">
              <a:solidFill>
                <a:schemeClr val="bg1"/>
              </a:solidFill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맑은 고딕" charset="0"/>
                <a:ea typeface="맑은 고딕" charset="0"/>
              </a:rPr>
              <a:t>순서논리회로(SEQ)</a:t>
            </a:r>
            <a:endParaRPr lang="ko-KR" altLang="en-US" sz="5600" b="1">
              <a:latin typeface="맑은 고딕" charset="0"/>
              <a:ea typeface="맑은 고딕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맑은 고딕" charset="0"/>
                <a:ea typeface="맑은 고딕" charset="0"/>
              </a:rPr>
              <a:t>	</a:t>
            </a:r>
            <a:r>
              <a:rPr lang="ko-KR" altLang="en-US" sz="5600" b="1" spc="-140">
                <a:latin typeface="Arial" charset="0"/>
                <a:ea typeface="Arial" charset="0"/>
                <a:sym typeface="Arial" charset="0"/>
              </a:rPr>
              <a:t>•  LATCH</a:t>
            </a:r>
            <a:endParaRPr lang="ko-KR" altLang="en-US" sz="5600" b="1"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Arial" charset="0"/>
                <a:ea typeface="Arial" charset="0"/>
                <a:sym typeface="Arial" charset="0"/>
              </a:rPr>
              <a:t>	•  REGISTER</a:t>
            </a:r>
            <a:endParaRPr lang="ko-KR" altLang="en-US" sz="5600" b="1"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Arial" charset="0"/>
                <a:ea typeface="Arial" charset="0"/>
                <a:sym typeface="Arial" charset="0"/>
              </a:rPr>
              <a:t>	•  FREQ_DIVIDER</a:t>
            </a:r>
            <a:endParaRPr lang="ko-KR" altLang="en-US" sz="5600" b="1"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Arial" charset="0"/>
                <a:ea typeface="Arial" charset="0"/>
                <a:sym typeface="Arial" charset="0"/>
              </a:rPr>
              <a:t>	•  SHIFT_REGISTER</a:t>
            </a:r>
            <a:endParaRPr lang="ko-KR" altLang="en-US" sz="5600" b="1"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Arial" charset="0"/>
                <a:ea typeface="Arial" charset="0"/>
                <a:sym typeface="Arial" charset="0"/>
              </a:rPr>
              <a:t>	•  REGISTER_MAP</a:t>
            </a:r>
            <a:endParaRPr lang="ko-KR" altLang="en-US" sz="5600" b="1"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endParaRPr lang="ko-KR" altLang="en-US" sz="5600" b="1"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Arial" charset="0"/>
                <a:ea typeface="Arial" charset="0"/>
                <a:sym typeface="Arial" charset="0"/>
              </a:rPr>
              <a:t>추가학습</a:t>
            </a:r>
            <a:endParaRPr lang="ko-KR" altLang="en-US" sz="5600" b="1"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Arial" charset="0"/>
                <a:ea typeface="Arial" charset="0"/>
                <a:sym typeface="Arial" charset="0"/>
              </a:rPr>
              <a:t>	• 8-bit ALU(산술 연산기)</a:t>
            </a:r>
            <a:endParaRPr lang="ko-KR" altLang="en-US" sz="5600" b="1">
              <a:latin typeface="Arial" charset="0"/>
              <a:ea typeface="Arial" charset="0"/>
              <a:sym typeface="Arial" charset="0"/>
            </a:endParaRPr>
          </a:p>
          <a:p>
            <a: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buFontTx/>
              <a:buNone/>
            </a:pPr>
            <a:r>
              <a:rPr lang="ko-KR" altLang="en-US" sz="5600" b="1" spc="-140">
                <a:latin typeface="Arial" charset="0"/>
                <a:ea typeface="Arial" charset="0"/>
                <a:sym typeface="Arial" charset="0"/>
              </a:rPr>
              <a:t>	• 카운터(Debounce 추가)</a:t>
            </a:r>
            <a:endParaRPr lang="ko-KR" altLang="en-US" sz="5600" b="1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4149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COMB_LOGIC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pic>
        <p:nvPicPr>
          <p:cNvPr id="3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120" y="1432560"/>
            <a:ext cx="2578100" cy="3458210"/>
          </a:xfrm>
          <a:prstGeom prst="rect">
            <a:avLst/>
          </a:prstGeom>
          <a:noFill/>
        </p:spPr>
      </p:pic>
      <p:sp>
        <p:nvSpPr>
          <p:cNvPr id="4" name="제목 5"/>
          <p:cNvSpPr txBox="1">
            <a:spLocks noGrp="1"/>
          </p:cNvSpPr>
          <p:nvPr/>
        </p:nvSpPr>
        <p:spPr>
          <a:xfrm>
            <a:off x="835025" y="904875"/>
            <a:ext cx="286893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MUX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sp>
        <p:nvSpPr>
          <p:cNvPr id="6" name="텍스트 상자 79"/>
          <p:cNvSpPr txBox="1">
            <a:spLocks/>
          </p:cNvSpPr>
          <p:nvPr/>
        </p:nvSpPr>
        <p:spPr>
          <a:xfrm>
            <a:off x="840105" y="5334635"/>
            <a:ext cx="5637530" cy="30861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sz="1400">
                <a:latin typeface="맑은 고딕" charset="0"/>
                <a:ea typeface="맑은 고딕" charset="0"/>
              </a:rPr>
              <a:t>여러개의 입력 신호 중 선택 신호(select)에 따라 </a:t>
            </a:r>
            <a:r>
              <a:rPr lang="ko-KR" sz="1400" b="1">
                <a:latin typeface="맑은 고딕" charset="0"/>
                <a:ea typeface="맑은 고딕" charset="0"/>
              </a:rPr>
              <a:t>하나의 신호</a:t>
            </a:r>
            <a:r>
              <a:rPr lang="ko-KR" sz="1400">
                <a:latin typeface="맑은 고딕" charset="0"/>
                <a:ea typeface="맑은 고딕" charset="0"/>
              </a:rPr>
              <a:t>만 출력</a:t>
            </a:r>
            <a:endParaRPr lang="ko-KR" altLang="en-US" sz="1400">
              <a:latin typeface="맑은 고딕" charset="0"/>
              <a:ea typeface="맑은 고딕" charset="0"/>
            </a:endParaRPr>
          </a:p>
        </p:txBody>
      </p:sp>
      <p:pic>
        <p:nvPicPr>
          <p:cNvPr id="7" name="그림 1" descr="C:/Users/user/AppData/Roaming/PolarisOffice/ETemp/19868_14363296/fImage14652407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5390" y="1428750"/>
            <a:ext cx="3350895" cy="1423035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COMB_LOGIC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pic>
        <p:nvPicPr>
          <p:cNvPr id="3" name="그림 9" descr="C:/Users/user/AppData/Roaming/PolarisOffice/ETemp/9132_12101376/fImage356002646334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70" y="1362710"/>
            <a:ext cx="4068445" cy="4676775"/>
          </a:xfrm>
          <a:prstGeom prst="rect">
            <a:avLst/>
          </a:prstGeom>
          <a:noFill/>
        </p:spPr>
      </p:pic>
      <p:pic>
        <p:nvPicPr>
          <p:cNvPr id="4" name="그림 10" descr="C:/Users/user/AppData/Roaming/PolarisOffice/ETemp/9132_12101376/fImage156472656500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5255" y="1365250"/>
            <a:ext cx="4972685" cy="2305685"/>
          </a:xfrm>
          <a:prstGeom prst="rect">
            <a:avLst/>
          </a:prstGeom>
          <a:noFill/>
        </p:spPr>
      </p:pic>
      <p:sp>
        <p:nvSpPr>
          <p:cNvPr id="5" name="텍스트 상자 11"/>
          <p:cNvSpPr txBox="1">
            <a:spLocks noGrp="1"/>
          </p:cNvSpPr>
          <p:nvPr/>
        </p:nvSpPr>
        <p:spPr>
          <a:xfrm>
            <a:off x="835025" y="904875"/>
            <a:ext cx="673925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ENCODER(Interrupt_controller)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sp>
        <p:nvSpPr>
          <p:cNvPr id="7" name="텍스트 상자 82"/>
          <p:cNvSpPr txBox="1">
            <a:spLocks/>
          </p:cNvSpPr>
          <p:nvPr/>
        </p:nvSpPr>
        <p:spPr>
          <a:xfrm>
            <a:off x="5215255" y="3891280"/>
            <a:ext cx="5637530" cy="954405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sz="1400">
                <a:latin typeface="맑은 고딕" charset="0"/>
                <a:ea typeface="맑은 고딕" charset="0"/>
              </a:rPr>
              <a:t>여러개</a:t>
            </a:r>
            <a:r>
              <a:rPr lang="ko-KR" sz="1400">
                <a:latin typeface="맑은 고딕" charset="0"/>
                <a:ea typeface="맑은 고딕" charset="0"/>
              </a:rPr>
              <a:t>의 입력을 압축된 이진코드로 변환(8bit -&gt; 3bit)</a:t>
            </a:r>
            <a:endParaRPr lang="ko-KR" altLang="en-US" sz="14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400">
                <a:latin typeface="맑은 고딕" charset="0"/>
                <a:ea typeface="맑은 고딕" charset="0"/>
              </a:rPr>
              <a:t>-</a:t>
            </a:r>
            <a:r>
              <a:rPr sz="1400">
                <a:latin typeface="맑은 고딕" charset="0"/>
                <a:ea typeface="맑은 고딕" charset="0"/>
              </a:rPr>
              <a:t>8개</a:t>
            </a:r>
            <a:r>
              <a:rPr lang="ko-KR" sz="1400">
                <a:latin typeface="맑은 고딕" charset="0"/>
                <a:ea typeface="맑은 고딕" charset="0"/>
              </a:rPr>
              <a:t>의 개별 인터럽트 요청신호(비트 7이 가장 높은 우선순위)</a:t>
            </a:r>
            <a:endParaRPr lang="ko-KR" altLang="en-US" sz="14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400">
                <a:latin typeface="맑은 고딕" charset="0"/>
                <a:ea typeface="맑은 고딕" charset="0"/>
              </a:rPr>
              <a:t>-Ack: 인터럽트 신호를 처리 완료(응답/확인)</a:t>
            </a:r>
            <a:endParaRPr lang="ko-KR" altLang="en-US" sz="14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400">
                <a:latin typeface="맑은 고딕" charset="0"/>
                <a:ea typeface="맑은 고딕" charset="0"/>
              </a:rPr>
              <a:t>-Req: 인터럽트 발생(요청)</a:t>
            </a:r>
            <a:endParaRPr lang="ko-KR" altLang="en-US" sz="14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COMB_LOGIC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5" name="Rect 0"/>
          <p:cNvSpPr txBox="1">
            <a:spLocks noGrp="1"/>
          </p:cNvSpPr>
          <p:nvPr/>
        </p:nvSpPr>
        <p:spPr>
          <a:xfrm>
            <a:off x="835025" y="904875"/>
            <a:ext cx="371284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DECODER(bcd_to_seg)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pic>
        <p:nvPicPr>
          <p:cNvPr id="6" name="그림 12" descr="C:/Users/user/AppData/Roaming/PolarisOffice/ETemp/9132_12101376/fImage231612829169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390" y="1429385"/>
            <a:ext cx="3404235" cy="4841240"/>
          </a:xfrm>
          <a:prstGeom prst="rect">
            <a:avLst/>
          </a:prstGeom>
          <a:noFill/>
        </p:spPr>
      </p:pic>
      <p:pic>
        <p:nvPicPr>
          <p:cNvPr id="7" name="그림 13" descr="C:/Users/user/AppData/Roaming/PolarisOffice/ETemp/9132_12101376/fImage162292835724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3240" y="1429385"/>
            <a:ext cx="7738745" cy="1330960"/>
          </a:xfrm>
          <a:prstGeom prst="rect">
            <a:avLst/>
          </a:prstGeom>
          <a:noFill/>
        </p:spPr>
      </p:pic>
      <p:sp>
        <p:nvSpPr>
          <p:cNvPr id="8" name="텍스트 상자 83"/>
          <p:cNvSpPr txBox="1">
            <a:spLocks/>
          </p:cNvSpPr>
          <p:nvPr/>
        </p:nvSpPr>
        <p:spPr>
          <a:xfrm>
            <a:off x="4331970" y="2955925"/>
            <a:ext cx="5637530" cy="30861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sz="1400">
                <a:latin typeface="맑은 고딕" charset="0"/>
                <a:ea typeface="맑은 고딕" charset="0"/>
              </a:rPr>
              <a:t>입력된 이진코드를 해석하여, 출력 라인 중 하나만 골라서 활성화</a:t>
            </a:r>
            <a:endParaRPr lang="ko-KR" altLang="en-US" sz="14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COMB_LOGIC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5" name="Rect 0"/>
          <p:cNvSpPr txBox="1">
            <a:spLocks noGrp="1"/>
          </p:cNvSpPr>
          <p:nvPr/>
        </p:nvSpPr>
        <p:spPr>
          <a:xfrm>
            <a:off x="835025" y="904875"/>
            <a:ext cx="371284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COMPARATOR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pic>
        <p:nvPicPr>
          <p:cNvPr id="6" name="그림 14" descr="C:/Users/user/AppData/Roaming/PolarisOffice/ETemp/9132_12101376/fImage77852911478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930" y="1433195"/>
            <a:ext cx="3562985" cy="2839085"/>
          </a:xfrm>
          <a:prstGeom prst="rect">
            <a:avLst/>
          </a:prstGeom>
          <a:noFill/>
        </p:spPr>
      </p:pic>
      <p:pic>
        <p:nvPicPr>
          <p:cNvPr id="7" name="그림 15" descr="C:/Users/user/AppData/Roaming/PolarisOffice/ETemp/9132_12101376/fImage116952929358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0740" y="1428115"/>
            <a:ext cx="4737735" cy="2066925"/>
          </a:xfrm>
          <a:prstGeom prst="rect">
            <a:avLst/>
          </a:prstGeom>
          <a:noFill/>
        </p:spPr>
      </p:pic>
      <p:sp>
        <p:nvSpPr>
          <p:cNvPr id="8" name="텍스트 상자 84"/>
          <p:cNvSpPr txBox="1">
            <a:spLocks/>
          </p:cNvSpPr>
          <p:nvPr/>
        </p:nvSpPr>
        <p:spPr>
          <a:xfrm>
            <a:off x="4652645" y="3683635"/>
            <a:ext cx="5637530" cy="30861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sz="1400">
                <a:latin typeface="맑은 고딕" charset="0"/>
                <a:ea typeface="맑은 고딕" charset="0"/>
              </a:rPr>
              <a:t>입력된 값들을 비교하여 결과를 출력</a:t>
            </a:r>
            <a:endParaRPr lang="ko-KR" altLang="en-US" sz="14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COMB_LOGIC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5" name="Rect 0"/>
          <p:cNvSpPr txBox="1">
            <a:spLocks noGrp="1"/>
          </p:cNvSpPr>
          <p:nvPr/>
        </p:nvSpPr>
        <p:spPr>
          <a:xfrm>
            <a:off x="835025" y="904875"/>
            <a:ext cx="425640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3_STATE_BUS(data_bus_driver)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pic>
        <p:nvPicPr>
          <p:cNvPr id="6" name="그림 18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390" y="1429385"/>
            <a:ext cx="3922395" cy="5153025"/>
          </a:xfrm>
          <a:prstGeom prst="rect">
            <a:avLst/>
          </a:prstGeom>
          <a:noFill/>
        </p:spPr>
      </p:pic>
      <p:sp>
        <p:nvSpPr>
          <p:cNvPr id="9" name="텍스트 상자 85"/>
          <p:cNvSpPr txBox="1">
            <a:spLocks/>
          </p:cNvSpPr>
          <p:nvPr/>
        </p:nvSpPr>
        <p:spPr>
          <a:xfrm>
            <a:off x="4791075" y="3345815"/>
            <a:ext cx="7402195" cy="73914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numCol="1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400">
                <a:latin typeface="맑은 고딕" charset="0"/>
                <a:ea typeface="맑은 고딕" charset="0"/>
              </a:rPr>
              <a:t>두 개의 입력 데이터(i_data)를 인에이블 신호(i_en)를 통해 하나의 공용 버스(o_bus_data)로 선택적으로 출력하는 회로.</a:t>
            </a:r>
            <a:endParaRPr lang="ko-KR" altLang="en-US" sz="14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400">
                <a:latin typeface="맑은 고딕" charset="0"/>
                <a:ea typeface="맑은 고딕" charset="0"/>
              </a:rPr>
              <a:t>I_en_a,b 가 둘 다 켜져 있을 땐, a가 우선순위가 더 높아서 a가 출력된다.</a:t>
            </a:r>
            <a:endParaRPr lang="ko-KR" altLang="en-US" sz="1400">
              <a:latin typeface="맑은 고딕" charset="0"/>
              <a:ea typeface="맑은 고딕" charset="0"/>
            </a:endParaRPr>
          </a:p>
        </p:txBody>
      </p:sp>
      <p:pic>
        <p:nvPicPr>
          <p:cNvPr id="10" name="그림 2" descr="C:/Users/user/AppData/Roaming/PolarisOffice/ETemp/19868_14363296/fImage162804088467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1429385"/>
            <a:ext cx="5330825" cy="1833245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COMB_LOGIC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5" name="Rect 0"/>
          <p:cNvSpPr txBox="1">
            <a:spLocks noGrp="1"/>
          </p:cNvSpPr>
          <p:nvPr/>
        </p:nvSpPr>
        <p:spPr>
          <a:xfrm>
            <a:off x="835025" y="90487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3_STATE_BUS(multiplexed_bus_driver)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pic>
        <p:nvPicPr>
          <p:cNvPr id="6" name="그림 21" descr="C:/Users/user/AppData/Roaming/PolarisOffice/ETemp/9132_12101376/fImage17411313570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37640"/>
            <a:ext cx="4370705" cy="3670935"/>
          </a:xfrm>
          <a:prstGeom prst="rect">
            <a:avLst/>
          </a:prstGeom>
          <a:noFill/>
        </p:spPr>
      </p:pic>
      <p:pic>
        <p:nvPicPr>
          <p:cNvPr id="7" name="그림 22" descr="C:/Users/user/AppData/Roaming/PolarisOffice/ETemp/9132_12101376/fImage186583148145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4655" y="1439545"/>
            <a:ext cx="5582285" cy="2983865"/>
          </a:xfrm>
          <a:prstGeom prst="rect">
            <a:avLst/>
          </a:prstGeom>
          <a:noFill/>
        </p:spPr>
      </p:pic>
      <p:sp>
        <p:nvSpPr>
          <p:cNvPr id="8" name="텍스트 상자 23"/>
          <p:cNvSpPr txBox="1">
            <a:spLocks noGrp="1"/>
          </p:cNvSpPr>
          <p:nvPr/>
        </p:nvSpPr>
        <p:spPr>
          <a:xfrm>
            <a:off x="5496560" y="462470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/>
              <a:t>이전 3_STATE_BUS에서 i_en신호 충돌 방지를 위해 xor를 이용한 충돌 방지 회로 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pic>
        <p:nvPicPr>
          <p:cNvPr id="10" name="그림 90" descr="C:/Users/user/AppData/Roaming/PolarisOffice/ETemp/9132_12101376/fImage16621464328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9735" y="1745615"/>
            <a:ext cx="5575935" cy="2362835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COMB_LOGIC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5" name="Rect 0"/>
          <p:cNvSpPr txBox="1">
            <a:spLocks noGrp="1"/>
          </p:cNvSpPr>
          <p:nvPr/>
        </p:nvSpPr>
        <p:spPr>
          <a:xfrm>
            <a:off x="835025" y="90487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3_STATE_BUS(bidirectional_bus_driver)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pic>
        <p:nvPicPr>
          <p:cNvPr id="6" name="그림 25" descr="C:/Users/user/AppData/Roaming/PolarisOffice/ETemp/9132_12101376/fImage157053256827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390" y="1463040"/>
            <a:ext cx="4353560" cy="4401185"/>
          </a:xfrm>
          <a:prstGeom prst="rect">
            <a:avLst/>
          </a:prstGeom>
          <a:noFill/>
        </p:spPr>
      </p:pic>
      <p:pic>
        <p:nvPicPr>
          <p:cNvPr id="8" name="그림 28" descr="C:/Users/user/AppData/Roaming/PolarisOffice/ETemp/9132_12101376/fImage17923328996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7030" y="1463040"/>
            <a:ext cx="5005070" cy="1906905"/>
          </a:xfrm>
          <a:prstGeom prst="rect">
            <a:avLst/>
          </a:prstGeom>
          <a:noFill/>
        </p:spPr>
      </p:pic>
      <p:pic>
        <p:nvPicPr>
          <p:cNvPr id="22" name="그림 120" descr="C:/Users/user/AppData/Roaming/PolarisOffice/ETemp/9132_12101376/fImage1370349449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5125" y="1745615"/>
            <a:ext cx="5006975" cy="1686560"/>
          </a:xfrm>
          <a:prstGeom prst="rect">
            <a:avLst/>
          </a:prstGeom>
          <a:noFill/>
        </p:spPr>
      </p:pic>
      <p:sp>
        <p:nvSpPr>
          <p:cNvPr id="35" name="텍스트 상자 135"/>
          <p:cNvSpPr txBox="1">
            <a:spLocks noGrp="1"/>
          </p:cNvSpPr>
          <p:nvPr/>
        </p:nvSpPr>
        <p:spPr>
          <a:xfrm>
            <a:off x="5444490" y="3663315"/>
            <a:ext cx="5908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>
                <a:solidFill>
                  <a:srgbClr val="FF0000"/>
                </a:solidFill>
              </a:rPr>
              <a:t>보낼 때(i_send=1)</a:t>
            </a:r>
            <a:r>
              <a:rPr lang="ko-KR"/>
              <a:t>는 i_data_to_bus를 버스로 보내고</a:t>
            </a:r>
            <a:endParaRPr lang="ko-KR" altLang="en-US"/>
          </a:p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>
                <a:solidFill>
                  <a:srgbClr val="003A9A"/>
                </a:solidFill>
              </a:rPr>
              <a:t>받을 때(i_rcv=1)</a:t>
            </a:r>
            <a:r>
              <a:rPr lang="ko-KR"/>
              <a:t>는 버스의 데이터를 o_data_form_bus로 가져오는 코드</a:t>
            </a:r>
            <a:endParaRPr lang="ko-KR" altLang="en-US"/>
          </a:p>
        </p:txBody>
      </p:sp>
      <p:cxnSp>
        <p:nvCxnSpPr>
          <p:cNvPr id="36" name="도형 143"/>
          <p:cNvCxnSpPr/>
          <p:nvPr/>
        </p:nvCxnSpPr>
        <p:spPr>
          <a:xfrm>
            <a:off x="7801610" y="2597785"/>
            <a:ext cx="252095" cy="364490"/>
          </a:xfrm>
          <a:prstGeom prst="straightConnector1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도형 145"/>
          <p:cNvCxnSpPr/>
          <p:nvPr/>
        </p:nvCxnSpPr>
        <p:spPr>
          <a:xfrm>
            <a:off x="8981440" y="2938145"/>
            <a:ext cx="252095" cy="364490"/>
          </a:xfrm>
          <a:prstGeom prst="straightConnector1">
            <a:avLst/>
          </a:prstGeom>
          <a:ln w="6350" cap="flat" cmpd="sng">
            <a:solidFill>
              <a:srgbClr val="003A9A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COMB_LOGIC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5" name="Rect 0"/>
          <p:cNvSpPr txBox="1">
            <a:spLocks noGrp="1"/>
          </p:cNvSpPr>
          <p:nvPr/>
        </p:nvSpPr>
        <p:spPr>
          <a:xfrm>
            <a:off x="835025" y="90487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3_STATE_BUS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graphicFrame>
        <p:nvGraphicFramePr>
          <p:cNvPr id="6" name="표 49"/>
          <p:cNvGraphicFramePr>
            <a:graphicFrameLocks noGrp="1"/>
          </p:cNvGraphicFramePr>
          <p:nvPr/>
        </p:nvGraphicFramePr>
        <p:xfrm>
          <a:off x="836295" y="1521460"/>
          <a:ext cx="10264140" cy="190754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25660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60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60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60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7820">
                <a:tc>
                  <a:txBody>
                    <a:bodyPr/>
                    <a:lstStyle/>
                    <a:p>
                      <a:pPr marL="0" indent="0"/>
                      <a:r>
                        <a:rPr sz="1050" b="1" kern="1200">
                          <a:latin typeface="Google Sans Text" charset="0"/>
                          <a:ea typeface="Google Sans Text" charset="0"/>
                        </a:rPr>
                        <a:t>모듈 이름</a:t>
                      </a:r>
                      <a:endParaRPr lang="ko-KR" altLang="en-US" sz="1050" b="1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sz="1050" b="1" kern="1200">
                          <a:latin typeface="Google Sans Text" charset="0"/>
                          <a:ea typeface="Google Sans Text" charset="0"/>
                        </a:rPr>
                        <a:t>핵심 특징</a:t>
                      </a:r>
                      <a:endParaRPr lang="ko-KR" altLang="en-US" sz="1050" b="1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sz="1050" b="1" kern="1200">
                          <a:latin typeface="Google Sans Text" charset="0"/>
                          <a:ea typeface="Google Sans Text" charset="0"/>
                        </a:rPr>
                        <a:t>주요 제어 방식</a:t>
                      </a:r>
                      <a:endParaRPr lang="ko-KR" altLang="en-US" sz="1050" b="1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sz="1050" b="1" kern="1200">
                          <a:latin typeface="Google Sans Text" charset="0"/>
                          <a:ea typeface="Google Sans Text" charset="0"/>
                        </a:rPr>
                        <a:t>주요 용도</a:t>
                      </a:r>
                      <a:endParaRPr lang="ko-KR" altLang="en-US" sz="1050" b="1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240">
                <a:tc>
                  <a:txBody>
                    <a:bodyPr/>
                    <a:lstStyle/>
                    <a:p>
                      <a:pPr marL="0" indent="0"/>
                      <a:r>
                        <a:rPr sz="1050" b="1" kern="1200">
                          <a:latin typeface="Google Sans Text" charset="0"/>
                          <a:ea typeface="Google Sans Text" charset="0"/>
                        </a:rPr>
                        <a:t>data_bus_driver</a:t>
                      </a:r>
                      <a:endParaRPr lang="ko-KR" altLang="en-US" sz="1050" b="1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sz="1050" kern="1200">
                          <a:latin typeface="Google Sans Text" charset="0"/>
                          <a:ea typeface="Google Sans Text" charset="0"/>
                        </a:rPr>
                        <a:t>가장 기본적인 삼항 연산자 기반 버스 선택</a:t>
                      </a:r>
                      <a:endParaRPr lang="ko-KR" altLang="en-US" sz="1050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sz="1050" kern="1200">
                          <a:latin typeface="Google Sans Text" charset="0"/>
                          <a:ea typeface="Google Sans Text" charset="0"/>
                        </a:rPr>
                        <a:t>i_en_a가 높으면 </a:t>
                      </a:r>
                      <a:r>
                        <a:rPr sz="1050" b="1" kern="1200">
                          <a:latin typeface="Google Sans Text" charset="0"/>
                          <a:ea typeface="Google Sans Text" charset="0"/>
                        </a:rPr>
                        <a:t>우선 선택</a:t>
                      </a:r>
                      <a:r>
                        <a:rPr sz="1050" kern="1200">
                          <a:latin typeface="Google Sans Text" charset="0"/>
                          <a:ea typeface="Google Sans Text" charset="0"/>
                        </a:rPr>
                        <a:t> (우선순위 구조)</a:t>
                      </a:r>
                      <a:endParaRPr lang="ko-KR" altLang="en-US" sz="1050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sz="1050" kern="1200">
                          <a:latin typeface="Google Sans Text" charset="0"/>
                          <a:ea typeface="Google Sans Text" charset="0"/>
                        </a:rPr>
                        <a:t>단순 멀티플렉서 형태의 버스 공유</a:t>
                      </a:r>
                      <a:endParaRPr lang="ko-KR" altLang="en-US" sz="1050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240">
                <a:tc>
                  <a:txBody>
                    <a:bodyPr/>
                    <a:lstStyle/>
                    <a:p>
                      <a:pPr marL="0" indent="0"/>
                      <a:r>
                        <a:rPr sz="1050" b="1" kern="1200">
                          <a:latin typeface="Google Sans Text" charset="0"/>
                          <a:ea typeface="Google Sans Text" charset="0"/>
                        </a:rPr>
                        <a:t>multiplexed_bus_driver</a:t>
                      </a:r>
                      <a:endParaRPr lang="ko-KR" altLang="en-US" sz="1050" b="1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sz="1050" b="1" kern="1200">
                          <a:latin typeface="Google Sans Text" charset="0"/>
                          <a:ea typeface="Google Sans Text" charset="0"/>
                        </a:rPr>
                        <a:t>XOR 게이트</a:t>
                      </a:r>
                      <a:r>
                        <a:rPr sz="1050" kern="1200">
                          <a:latin typeface="Google Sans Text" charset="0"/>
                          <a:ea typeface="Google Sans Text" charset="0"/>
                        </a:rPr>
                        <a:t>를 추가해 충돌 방지 로직 적용</a:t>
                      </a:r>
                      <a:endParaRPr lang="ko-KR" altLang="en-US" sz="1050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sz="1050" kern="1200">
                          <a:latin typeface="Google Sans Text" charset="0"/>
                          <a:ea typeface="Google Sans Text" charset="0"/>
                        </a:rPr>
                        <a:t>둘 중 </a:t>
                      </a:r>
                      <a:r>
                        <a:rPr sz="1050" b="1" kern="1200">
                          <a:latin typeface="Google Sans Text" charset="0"/>
                          <a:ea typeface="Google Sans Text" charset="0"/>
                        </a:rPr>
                        <a:t>*딱 하나만 활성화</a:t>
                      </a:r>
                      <a:r>
                        <a:rPr sz="1050" kern="1200">
                          <a:latin typeface="Google Sans Text" charset="0"/>
                          <a:ea typeface="Google Sans Text" charset="0"/>
                        </a:rPr>
                        <a:t>되었을 때만 출력</a:t>
                      </a:r>
                      <a:endParaRPr lang="ko-KR" altLang="en-US" sz="1050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sz="1050" kern="1200">
                          <a:latin typeface="Google Sans Text" charset="0"/>
                          <a:ea typeface="Google Sans Text" charset="0"/>
                        </a:rPr>
                        <a:t>충돌(Bus Contention) 방지 보호 회로</a:t>
                      </a:r>
                      <a:endParaRPr lang="ko-KR" altLang="en-US" sz="1050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240">
                <a:tc>
                  <a:txBody>
                    <a:bodyPr/>
                    <a:lstStyle/>
                    <a:p>
                      <a:pPr marL="0" indent="0"/>
                      <a:r>
                        <a:rPr sz="1050" b="1" kern="1200">
                          <a:latin typeface="Google Sans Text" charset="0"/>
                          <a:ea typeface="Google Sans Text" charset="0"/>
                        </a:rPr>
                        <a:t>bidirectional_bus_driver</a:t>
                      </a:r>
                      <a:endParaRPr lang="ko-KR" altLang="en-US" sz="1050" b="1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sz="1050" b="1" kern="1200">
                          <a:latin typeface="Google Sans Text" charset="0"/>
                          <a:ea typeface="Google Sans Text" charset="0"/>
                        </a:rPr>
                        <a:t>inout양방향 포트</a:t>
                      </a:r>
                      <a:r>
                        <a:rPr sz="1050" kern="1200">
                          <a:latin typeface="Google Sans Text" charset="0"/>
                          <a:ea typeface="Google Sans Text" charset="0"/>
                        </a:rPr>
                        <a:t>사용 (송신/수신 겸용)</a:t>
                      </a:r>
                      <a:endParaRPr lang="ko-KR" altLang="en-US" sz="1050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sz="1050" kern="1200">
                          <a:latin typeface="Google Sans Text" charset="0"/>
                          <a:ea typeface="Google Sans Text" charset="0"/>
                        </a:rPr>
                        <a:t>i_send로 송신, i_rcv로 수신</a:t>
                      </a:r>
                      <a:endParaRPr lang="ko-KR" altLang="en-US" sz="1050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sz="1050" kern="1200">
                          <a:latin typeface="Google Sans Text" charset="0"/>
                          <a:ea typeface="Google Sans Text" charset="0"/>
                        </a:rPr>
                        <a:t>I2C, 데이터 버스 등 실제 외부 양방향 통신</a:t>
                      </a:r>
                      <a:endParaRPr lang="ko-KR" altLang="en-US" sz="1050" kern="1200">
                        <a:latin typeface="Google Sans Text" charset="0"/>
                        <a:ea typeface="Google Sans Text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solidFill>
                  <a:schemeClr val="accent1">
                    <a:lumMod val="75000"/>
                    <a:lumOff val="0"/>
                  </a:schemeClr>
                </a:solidFill>
                <a:latin typeface="+mj-lt"/>
                <a:ea typeface="+mj-ea"/>
                <a:cs typeface="+mj-cs"/>
              </a:rPr>
              <a:t>COMB_LOGIC</a:t>
            </a:r>
            <a:endParaRPr lang="ko-KR" altLang="en-US" sz="3200" b="1">
              <a:solidFill>
                <a:schemeClr val="accent1">
                  <a:lumMod val="75000"/>
                  <a:lumOff val="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Rect 0"/>
          <p:cNvSpPr txBox="1">
            <a:spLocks noGrp="1"/>
          </p:cNvSpPr>
          <p:nvPr/>
        </p:nvSpPr>
        <p:spPr>
          <a:xfrm>
            <a:off x="835025" y="90487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ALU_8BIT(산술연산기)</a:t>
            </a:r>
            <a:endParaRPr lang="ko-KR" altLang="en-US"/>
          </a:p>
        </p:txBody>
      </p:sp>
      <p:pic>
        <p:nvPicPr>
          <p:cNvPr id="9" name="그림 77" descr="C:/Users/user/AppData/Roaming/PolarisOffice/ETemp/9132_12101376/fImage133370451299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3255" y="1454785"/>
            <a:ext cx="6097270" cy="1978025"/>
          </a:xfrm>
          <a:prstGeom prst="rect">
            <a:avLst/>
          </a:prstGeom>
          <a:noFill/>
        </p:spPr>
      </p:pic>
      <p:pic>
        <p:nvPicPr>
          <p:cNvPr id="10" name="그림 78" descr="C:/Users/user/AppData/Roaming/PolarisOffice/ETemp/9132_12101376/fImage281804521942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915" y="1437640"/>
            <a:ext cx="4837430" cy="5221605"/>
          </a:xfrm>
          <a:prstGeom prst="rect">
            <a:avLst/>
          </a:prstGeom>
          <a:noFill/>
        </p:spPr>
      </p:pic>
      <p:pic>
        <p:nvPicPr>
          <p:cNvPr id="11" name="그림 270" descr="C:/Users/user/AppData/Roaming/PolarisOffice/ETemp/9132_12101376/fImage384306194827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9445" y="3489325"/>
            <a:ext cx="5694045" cy="2425700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SEQ_LOGIC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5" name="Rect 0"/>
          <p:cNvSpPr txBox="1">
            <a:spLocks noGrp="1"/>
          </p:cNvSpPr>
          <p:nvPr/>
        </p:nvSpPr>
        <p:spPr>
          <a:xfrm>
            <a:off x="835025" y="90487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LATCH(D)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pic>
        <p:nvPicPr>
          <p:cNvPr id="7" name="그림 30" descr="C:/Users/user/AppData/Roaming/PolarisOffice/ETemp/9132_12101376/fImage7061338543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835" y="1401445"/>
            <a:ext cx="2639060" cy="3220085"/>
          </a:xfrm>
          <a:prstGeom prst="rect">
            <a:avLst/>
          </a:prstGeom>
          <a:noFill/>
        </p:spPr>
      </p:pic>
      <p:pic>
        <p:nvPicPr>
          <p:cNvPr id="8" name="그림 155" descr="C:/Users/user/AppData/Roaming/PolarisOffice/ETemp/9132_12101376/fImage13304526239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8070" y="1402715"/>
            <a:ext cx="6153785" cy="2286635"/>
          </a:xfrm>
          <a:prstGeom prst="rect">
            <a:avLst/>
          </a:prstGeom>
          <a:noFill/>
        </p:spPr>
      </p:pic>
      <p:sp>
        <p:nvSpPr>
          <p:cNvPr id="9" name="텍스트 상자 269"/>
          <p:cNvSpPr txBox="1">
            <a:spLocks/>
          </p:cNvSpPr>
          <p:nvPr/>
        </p:nvSpPr>
        <p:spPr>
          <a:xfrm>
            <a:off x="3740785" y="4147820"/>
            <a:ext cx="5654675" cy="370205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Level-trigger 방식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cxnSp>
        <p:nvCxnSpPr>
          <p:cNvPr id="10" name="도형 271"/>
          <p:cNvCxnSpPr/>
          <p:nvPr/>
        </p:nvCxnSpPr>
        <p:spPr>
          <a:xfrm>
            <a:off x="5022215" y="2052320"/>
            <a:ext cx="442595" cy="635"/>
          </a:xfrm>
          <a:prstGeom prst="line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도형 273"/>
          <p:cNvCxnSpPr/>
          <p:nvPr/>
        </p:nvCxnSpPr>
        <p:spPr>
          <a:xfrm>
            <a:off x="6037580" y="2046605"/>
            <a:ext cx="442595" cy="635"/>
          </a:xfrm>
          <a:prstGeom prst="line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도형 274"/>
          <p:cNvCxnSpPr/>
          <p:nvPr/>
        </p:nvCxnSpPr>
        <p:spPr>
          <a:xfrm>
            <a:off x="7076440" y="2046605"/>
            <a:ext cx="442595" cy="635"/>
          </a:xfrm>
          <a:prstGeom prst="line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도형 275"/>
          <p:cNvCxnSpPr/>
          <p:nvPr/>
        </p:nvCxnSpPr>
        <p:spPr>
          <a:xfrm>
            <a:off x="8089900" y="2045970"/>
            <a:ext cx="442595" cy="635"/>
          </a:xfrm>
          <a:prstGeom prst="line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도형 276"/>
          <p:cNvCxnSpPr/>
          <p:nvPr/>
        </p:nvCxnSpPr>
        <p:spPr>
          <a:xfrm>
            <a:off x="9111615" y="2045970"/>
            <a:ext cx="442595" cy="635"/>
          </a:xfrm>
          <a:prstGeom prst="line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SEQ_LOGIC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5" name="Rect 0"/>
          <p:cNvSpPr txBox="1">
            <a:spLocks noGrp="1"/>
          </p:cNvSpPr>
          <p:nvPr/>
        </p:nvSpPr>
        <p:spPr>
          <a:xfrm>
            <a:off x="835025" y="90487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REGISTER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pic>
        <p:nvPicPr>
          <p:cNvPr id="6" name="그림 31" descr="C:/Users/user/AppData/Roaming/PolarisOffice/ETemp/9132_12101376/fImage290203464604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95" y="1379855"/>
            <a:ext cx="3578225" cy="5227955"/>
          </a:xfrm>
          <a:prstGeom prst="rect">
            <a:avLst/>
          </a:prstGeom>
          <a:noFill/>
        </p:spPr>
      </p:pic>
      <p:pic>
        <p:nvPicPr>
          <p:cNvPr id="7" name="그림 180" descr="C:/Users/user/AppData/Roaming/PolarisOffice/ETemp/9132_12101376/fImage273475513902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505" y="1376045"/>
            <a:ext cx="6033770" cy="3014980"/>
          </a:xfrm>
          <a:prstGeom prst="rect">
            <a:avLst/>
          </a:prstGeom>
          <a:noFill/>
        </p:spPr>
      </p:pic>
      <p:cxnSp>
        <p:nvCxnSpPr>
          <p:cNvPr id="8" name="도형 238"/>
          <p:cNvCxnSpPr/>
          <p:nvPr/>
        </p:nvCxnSpPr>
        <p:spPr>
          <a:xfrm>
            <a:off x="6788785" y="3403600"/>
            <a:ext cx="243205" cy="337820"/>
          </a:xfrm>
          <a:prstGeom prst="straightConnector1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도형 239"/>
          <p:cNvCxnSpPr/>
          <p:nvPr/>
        </p:nvCxnSpPr>
        <p:spPr>
          <a:xfrm>
            <a:off x="7700645" y="3406140"/>
            <a:ext cx="243205" cy="337820"/>
          </a:xfrm>
          <a:prstGeom prst="straightConnector1">
            <a:avLst/>
          </a:prstGeom>
          <a:ln w="6350" cap="flat" cmpd="sng">
            <a:solidFill>
              <a:schemeClr val="accent1">
                <a:alpha val="100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도형 242"/>
          <p:cNvCxnSpPr/>
          <p:nvPr/>
        </p:nvCxnSpPr>
        <p:spPr>
          <a:xfrm>
            <a:off x="7698105" y="3264535"/>
            <a:ext cx="635" cy="234950"/>
          </a:xfrm>
          <a:prstGeom prst="line">
            <a:avLst/>
          </a:prstGeom>
          <a:ln w="6350" cap="flat" cmpd="sng">
            <a:prstDash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도형 243"/>
          <p:cNvCxnSpPr/>
          <p:nvPr/>
        </p:nvCxnSpPr>
        <p:spPr>
          <a:xfrm>
            <a:off x="6799580" y="3284220"/>
            <a:ext cx="635" cy="234950"/>
          </a:xfrm>
          <a:prstGeom prst="line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도형 245"/>
          <p:cNvCxnSpPr/>
          <p:nvPr/>
        </p:nvCxnSpPr>
        <p:spPr>
          <a:xfrm>
            <a:off x="7694295" y="2611755"/>
            <a:ext cx="243205" cy="337820"/>
          </a:xfrm>
          <a:prstGeom prst="straightConnector1">
            <a:avLst/>
          </a:prstGeom>
          <a:ln w="6350" cap="flat" cmpd="sng">
            <a:solidFill>
              <a:schemeClr val="accent1">
                <a:alpha val="100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도형 246"/>
          <p:cNvCxnSpPr/>
          <p:nvPr/>
        </p:nvCxnSpPr>
        <p:spPr>
          <a:xfrm>
            <a:off x="7691755" y="2522220"/>
            <a:ext cx="635" cy="234950"/>
          </a:xfrm>
          <a:prstGeom prst="line">
            <a:avLst/>
          </a:prstGeom>
          <a:ln w="6350" cap="flat" cmpd="sng">
            <a:prstDash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도형 247"/>
          <p:cNvCxnSpPr/>
          <p:nvPr/>
        </p:nvCxnSpPr>
        <p:spPr>
          <a:xfrm>
            <a:off x="6791325" y="2834640"/>
            <a:ext cx="243205" cy="337820"/>
          </a:xfrm>
          <a:prstGeom prst="straightConnector1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도형 248"/>
          <p:cNvCxnSpPr/>
          <p:nvPr/>
        </p:nvCxnSpPr>
        <p:spPr>
          <a:xfrm>
            <a:off x="6784975" y="2706370"/>
            <a:ext cx="635" cy="234950"/>
          </a:xfrm>
          <a:prstGeom prst="line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도형 249"/>
          <p:cNvCxnSpPr/>
          <p:nvPr/>
        </p:nvCxnSpPr>
        <p:spPr>
          <a:xfrm>
            <a:off x="8580120" y="2821940"/>
            <a:ext cx="243205" cy="337820"/>
          </a:xfrm>
          <a:prstGeom prst="straightConnector1">
            <a:avLst/>
          </a:prstGeom>
          <a:ln w="6350" cap="flat" cmpd="sng">
            <a:solidFill>
              <a:schemeClr val="accent4">
                <a:lumMod val="75000"/>
                <a:lumOff val="0"/>
                <a:alpha val="100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도형 250"/>
          <p:cNvCxnSpPr/>
          <p:nvPr/>
        </p:nvCxnSpPr>
        <p:spPr>
          <a:xfrm>
            <a:off x="8577580" y="2732405"/>
            <a:ext cx="635" cy="234950"/>
          </a:xfrm>
          <a:prstGeom prst="line">
            <a:avLst/>
          </a:prstGeom>
          <a:ln w="6350" cap="flat" cmpd="sng">
            <a:solidFill>
              <a:schemeClr val="accent4">
                <a:lumMod val="75000"/>
                <a:lumOff val="0"/>
                <a:alpha val="100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도형 251"/>
          <p:cNvCxnSpPr/>
          <p:nvPr/>
        </p:nvCxnSpPr>
        <p:spPr>
          <a:xfrm>
            <a:off x="9489440" y="2588260"/>
            <a:ext cx="243205" cy="337820"/>
          </a:xfrm>
          <a:prstGeom prst="straightConnector1">
            <a:avLst/>
          </a:prstGeom>
          <a:ln w="6350" cap="flat" cmpd="sng">
            <a:solidFill>
              <a:srgbClr val="4D009A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도형 252"/>
          <p:cNvCxnSpPr/>
          <p:nvPr/>
        </p:nvCxnSpPr>
        <p:spPr>
          <a:xfrm>
            <a:off x="9486900" y="2498725"/>
            <a:ext cx="635" cy="234950"/>
          </a:xfrm>
          <a:prstGeom prst="line">
            <a:avLst/>
          </a:prstGeom>
          <a:ln w="6350" cap="flat" cmpd="sng">
            <a:solidFill>
              <a:srgbClr val="4D009A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SEQ_LOGIC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5" name="Rect 0"/>
          <p:cNvSpPr txBox="1">
            <a:spLocks noGrp="1"/>
          </p:cNvSpPr>
          <p:nvPr/>
        </p:nvSpPr>
        <p:spPr>
          <a:xfrm>
            <a:off x="835025" y="90487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FREQ_DIVIDER(fdivider)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pic>
        <p:nvPicPr>
          <p:cNvPr id="10" name="그림 35" descr="C:/Users/user/AppData/Roaming/PolarisOffice/ETemp/9132_12101376/fImage31707359153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95" y="1421130"/>
            <a:ext cx="5007610" cy="5194935"/>
          </a:xfrm>
          <a:prstGeom prst="rect">
            <a:avLst/>
          </a:prstGeom>
          <a:noFill/>
        </p:spPr>
      </p:pic>
      <p:sp>
        <p:nvSpPr>
          <p:cNvPr id="14" name="텍스트 상자 182"/>
          <p:cNvSpPr txBox="1">
            <a:spLocks noGrp="1"/>
          </p:cNvSpPr>
          <p:nvPr/>
        </p:nvSpPr>
        <p:spPr>
          <a:xfrm>
            <a:off x="5955665" y="3594100"/>
            <a:ext cx="576961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b="0"/>
              <a:t>-</a:t>
            </a:r>
            <a:r>
              <a:rPr lang="ko-KR" b="1">
                <a:solidFill>
                  <a:srgbClr val="FF0000"/>
                </a:solidFill>
              </a:rPr>
              <a:t>r_count == 4</a:t>
            </a:r>
            <a:r>
              <a:rPr lang="ko-KR" b="0"/>
              <a:t>(</a:t>
            </a:r>
            <a:r>
              <a:rPr lang="ko-KR"/>
              <a:t>DIVISOR/2 - 1): o_clk_out을 1로 전환</a:t>
            </a:r>
            <a:endParaRPr lang="ko-KR" altLang="en-US"/>
          </a:p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endParaRPr lang="ko-KR" altLang="en-US"/>
          </a:p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b="0"/>
              <a:t>-</a:t>
            </a:r>
            <a:r>
              <a:rPr lang="ko-KR" b="1">
                <a:solidFill>
                  <a:schemeClr val="accent1"/>
                </a:solidFill>
              </a:rPr>
              <a:t>r_count == 9</a:t>
            </a:r>
            <a:r>
              <a:rPr lang="ko-KR"/>
              <a:t>(DIVISOR -1): o_clk_out을 0으로 전환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pic>
        <p:nvPicPr>
          <p:cNvPr id="15" name="그림 224" descr="C:/Users/user/AppData/Roaming/PolarisOffice/ETemp/9132_12101376/fImage33253594292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785" y="1524635"/>
            <a:ext cx="7551420" cy="1378585"/>
          </a:xfrm>
          <a:prstGeom prst="rect">
            <a:avLst/>
          </a:prstGeom>
          <a:noFill/>
        </p:spPr>
      </p:pic>
      <p:cxnSp>
        <p:nvCxnSpPr>
          <p:cNvPr id="16" name="도형 225"/>
          <p:cNvCxnSpPr/>
          <p:nvPr/>
        </p:nvCxnSpPr>
        <p:spPr>
          <a:xfrm>
            <a:off x="8053070" y="2190750"/>
            <a:ext cx="635" cy="399415"/>
          </a:xfrm>
          <a:prstGeom prst="line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도형 227"/>
          <p:cNvCxnSpPr/>
          <p:nvPr/>
        </p:nvCxnSpPr>
        <p:spPr>
          <a:xfrm>
            <a:off x="10661650" y="2193290"/>
            <a:ext cx="635" cy="258445"/>
          </a:xfrm>
          <a:prstGeom prst="line">
            <a:avLst/>
          </a:prstGeom>
          <a:ln w="6350" cap="flat" cmpd="sng">
            <a:solidFill>
              <a:schemeClr val="accent5">
                <a:alpha val="100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도형 228"/>
          <p:cNvCxnSpPr/>
          <p:nvPr/>
        </p:nvCxnSpPr>
        <p:spPr>
          <a:xfrm rot="5400000">
            <a:off x="7052945" y="2533015"/>
            <a:ext cx="1048385" cy="953135"/>
          </a:xfrm>
          <a:prstGeom prst="curvedConnector3">
            <a:avLst>
              <a:gd name="adj1" fmla="val 50065"/>
            </a:avLst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도형 232"/>
          <p:cNvCxnSpPr/>
          <p:nvPr/>
        </p:nvCxnSpPr>
        <p:spPr>
          <a:xfrm rot="10800000" flipV="1">
            <a:off x="7247890" y="2399030"/>
            <a:ext cx="3394710" cy="1541780"/>
          </a:xfrm>
          <a:prstGeom prst="curvedConnector3">
            <a:avLst>
              <a:gd name="adj1" fmla="val 50000"/>
            </a:avLst>
          </a:prstGeom>
          <a:ln w="6350" cap="flat" cmpd="sng">
            <a:solidFill>
              <a:schemeClr val="accent1">
                <a:alpha val="100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SEQ_LOGIC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5" name="Rect 0"/>
          <p:cNvSpPr txBox="1">
            <a:spLocks noGrp="1"/>
          </p:cNvSpPr>
          <p:nvPr/>
        </p:nvSpPr>
        <p:spPr>
          <a:xfrm>
            <a:off x="835025" y="90487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SHIFT_REGISTER</a:t>
            </a:r>
            <a:endParaRPr lang="ko-KR" altLang="en-US" sz="2000" b="1">
              <a:latin typeface="+mj-lt"/>
              <a:ea typeface="+mj-ea"/>
              <a:cs typeface="+mj-cs"/>
            </a:endParaRPr>
          </a:p>
        </p:txBody>
      </p:sp>
      <p:pic>
        <p:nvPicPr>
          <p:cNvPr id="6" name="그림 43" descr="C:/Users/user/AppData/Roaming/PolarisOffice/ETemp/9132_12101376/fImage166123782382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485" y="1390650"/>
            <a:ext cx="4591685" cy="5229860"/>
          </a:xfrm>
          <a:prstGeom prst="rect">
            <a:avLst/>
          </a:prstGeom>
          <a:noFill/>
        </p:spPr>
      </p:pic>
      <p:pic>
        <p:nvPicPr>
          <p:cNvPr id="7" name="그림 44" descr="C:/Users/user/AppData/Roaming/PolarisOffice/ETemp/9132_12101376/fImage24471379742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4050" y="1471295"/>
            <a:ext cx="7625715" cy="1508125"/>
          </a:xfrm>
          <a:prstGeom prst="rect">
            <a:avLst/>
          </a:prstGeom>
          <a:noFill/>
        </p:spPr>
      </p:pic>
      <p:sp>
        <p:nvSpPr>
          <p:cNvPr id="8" name="텍스트 상자 45"/>
          <p:cNvSpPr txBox="1">
            <a:spLocks noGrp="1"/>
          </p:cNvSpPr>
          <p:nvPr/>
        </p:nvSpPr>
        <p:spPr>
          <a:xfrm>
            <a:off x="5614670" y="314261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0">
                <a:latin typeface="+mj-lt"/>
                <a:ea typeface="+mj-ea"/>
                <a:cs typeface="+mj-cs"/>
              </a:rPr>
              <a:t>I_serial_in이 LSB로 들어 올때마다 왼쪽으로 시프트</a:t>
            </a:r>
            <a:endParaRPr lang="ko-KR" altLang="en-US" sz="2000" b="0"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SEQ_LOGIC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5" name="Rect 0"/>
          <p:cNvSpPr txBox="1">
            <a:spLocks noGrp="1"/>
          </p:cNvSpPr>
          <p:nvPr/>
        </p:nvSpPr>
        <p:spPr>
          <a:xfrm>
            <a:off x="835025" y="90487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SIMPLE_REGISTER_MAP</a:t>
            </a:r>
            <a:endParaRPr lang="ko-KR" altLang="en-US"/>
          </a:p>
        </p:txBody>
      </p:sp>
      <p:pic>
        <p:nvPicPr>
          <p:cNvPr id="6" name="그림 46" descr="C:/Users/user/AppData/Roaming/PolarisOffice/ETemp/9132_12101376/fImage12428389871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70" y="1398905"/>
            <a:ext cx="3524885" cy="4144010"/>
          </a:xfrm>
          <a:prstGeom prst="rect">
            <a:avLst/>
          </a:prstGeom>
          <a:noFill/>
        </p:spPr>
      </p:pic>
      <p:pic>
        <p:nvPicPr>
          <p:cNvPr id="9" name="그림 194" descr="C:/Users/user/AppData/Roaming/PolarisOffice/ETemp/9132_12101376/fImage364685649718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220" y="1282065"/>
            <a:ext cx="7410450" cy="2381250"/>
          </a:xfrm>
          <a:prstGeom prst="rect">
            <a:avLst/>
          </a:prstGeom>
          <a:noFill/>
        </p:spPr>
      </p:pic>
      <p:cxnSp>
        <p:nvCxnSpPr>
          <p:cNvPr id="24" name="도형 292"/>
          <p:cNvCxnSpPr/>
          <p:nvPr/>
        </p:nvCxnSpPr>
        <p:spPr>
          <a:xfrm>
            <a:off x="7247890" y="2788920"/>
            <a:ext cx="243205" cy="337820"/>
          </a:xfrm>
          <a:prstGeom prst="straightConnector1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도형 293"/>
          <p:cNvCxnSpPr/>
          <p:nvPr/>
        </p:nvCxnSpPr>
        <p:spPr>
          <a:xfrm>
            <a:off x="7258685" y="2669540"/>
            <a:ext cx="635" cy="234950"/>
          </a:xfrm>
          <a:prstGeom prst="line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도형 294"/>
          <p:cNvCxnSpPr/>
          <p:nvPr/>
        </p:nvCxnSpPr>
        <p:spPr>
          <a:xfrm>
            <a:off x="8867140" y="2788920"/>
            <a:ext cx="243205" cy="337820"/>
          </a:xfrm>
          <a:prstGeom prst="straightConnector1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도형 295"/>
          <p:cNvCxnSpPr/>
          <p:nvPr/>
        </p:nvCxnSpPr>
        <p:spPr>
          <a:xfrm>
            <a:off x="8877935" y="2669540"/>
            <a:ext cx="635" cy="234950"/>
          </a:xfrm>
          <a:prstGeom prst="line">
            <a:avLst/>
          </a:prstGeom>
          <a:ln w="6350" cap="flat" cmpd="sng">
            <a:solidFill>
              <a:srgbClr val="FF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도형 296"/>
          <p:cNvCxnSpPr/>
          <p:nvPr/>
        </p:nvCxnSpPr>
        <p:spPr>
          <a:xfrm>
            <a:off x="10468610" y="2797175"/>
            <a:ext cx="243205" cy="337820"/>
          </a:xfrm>
          <a:prstGeom prst="straightConnector1">
            <a:avLst/>
          </a:prstGeom>
          <a:ln w="6350" cap="flat" cmpd="sng">
            <a:solidFill>
              <a:schemeClr val="accent1">
                <a:alpha val="100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도형 297"/>
          <p:cNvCxnSpPr/>
          <p:nvPr/>
        </p:nvCxnSpPr>
        <p:spPr>
          <a:xfrm>
            <a:off x="10479405" y="2677795"/>
            <a:ext cx="635" cy="234950"/>
          </a:xfrm>
          <a:prstGeom prst="line">
            <a:avLst/>
          </a:prstGeom>
          <a:ln w="6350" cap="flat" cmpd="sng">
            <a:solidFill>
              <a:schemeClr val="accent1">
                <a:alpha val="100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도형 298"/>
          <p:cNvCxnSpPr/>
          <p:nvPr/>
        </p:nvCxnSpPr>
        <p:spPr>
          <a:xfrm>
            <a:off x="11274425" y="2806065"/>
            <a:ext cx="243205" cy="337820"/>
          </a:xfrm>
          <a:prstGeom prst="straightConnector1">
            <a:avLst/>
          </a:prstGeom>
          <a:ln w="6350" cap="flat" cmpd="sng">
            <a:solidFill>
              <a:srgbClr val="E8007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도형 299"/>
          <p:cNvCxnSpPr/>
          <p:nvPr/>
        </p:nvCxnSpPr>
        <p:spPr>
          <a:xfrm>
            <a:off x="11285220" y="2686685"/>
            <a:ext cx="635" cy="234950"/>
          </a:xfrm>
          <a:prstGeom prst="line">
            <a:avLst/>
          </a:prstGeom>
          <a:ln w="6350" cap="flat" cmpd="sng">
            <a:solidFill>
              <a:srgbClr val="E80074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2" name="잉크 306"/>
              <p14:cNvContentPartPr/>
              <p14:nvPr/>
            </p14:nvContentPartPr>
            <p14:xfrm>
              <a:off x="9611360" y="2658745"/>
              <a:ext cx="225425" cy="138430"/>
            </p14:xfrm>
          </p:contentPart>
        </mc:Choice>
        <mc:Fallback xmlns="">
          <p:pic>
            <p:nvPicPr>
              <p:cNvPr id="32" name="잉크 306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611360" y="2658745"/>
                <a:ext cx="225425" cy="1384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3" name="잉크 307"/>
              <p14:cNvContentPartPr/>
              <p14:nvPr/>
            </p14:nvContentPartPr>
            <p14:xfrm>
              <a:off x="9577070" y="2710815"/>
              <a:ext cx="173355" cy="17145"/>
            </p14:xfrm>
          </p:contentPart>
        </mc:Choice>
        <mc:Fallback xmlns="">
          <p:pic>
            <p:nvPicPr>
              <p:cNvPr id="33" name="잉크 307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577070" y="2710815"/>
                <a:ext cx="173355" cy="171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34" name="잉크 308"/>
              <p14:cNvContentPartPr/>
              <p14:nvPr/>
            </p14:nvContentPartPr>
            <p14:xfrm>
              <a:off x="9568180" y="2727960"/>
              <a:ext cx="164465" cy="43180"/>
            </p14:xfrm>
          </p:contentPart>
        </mc:Choice>
        <mc:Fallback xmlns="">
          <p:pic>
            <p:nvPicPr>
              <p:cNvPr id="34" name="잉크 308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568180" y="2727960"/>
                <a:ext cx="164465" cy="4318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extBox 2"/>
          <p:cNvSpPr txBox="1"/>
          <p:nvPr/>
        </p:nvSpPr>
        <p:spPr>
          <a:xfrm>
            <a:off x="4577899" y="3835987"/>
            <a:ext cx="6563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Google Sans Text" charset="0"/>
                <a:ea typeface="Google Sans Text" charset="0"/>
              </a:rPr>
              <a:t>wen = 1</a:t>
            </a:r>
            <a:r>
              <a:rPr lang="ko-KR" altLang="en-US" sz="1200" dirty="0">
                <a:latin typeface="Google Sans Text" charset="0"/>
                <a:ea typeface="Google Sans Text" charset="0"/>
              </a:rPr>
              <a:t>일 때만 데이터를 저장하고</a:t>
            </a:r>
            <a:r>
              <a:rPr lang="en-US" altLang="ko-KR" sz="1200" dirty="0">
                <a:latin typeface="Google Sans Text" charset="0"/>
                <a:ea typeface="Google Sans Text" charset="0"/>
              </a:rPr>
              <a:t>, </a:t>
            </a:r>
            <a:r>
              <a:rPr lang="en-US" altLang="ko-KR" sz="1200" b="1" dirty="0">
                <a:latin typeface="Google Sans Text" charset="0"/>
                <a:ea typeface="Google Sans Text" charset="0"/>
              </a:rPr>
              <a:t>wen = 0</a:t>
            </a:r>
            <a:r>
              <a:rPr lang="ko-KR" altLang="en-US" sz="1200" b="1" dirty="0">
                <a:latin typeface="Google Sans Text" charset="0"/>
                <a:ea typeface="Google Sans Text" charset="0"/>
              </a:rPr>
              <a:t>이면 이전 값 유지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25D9A-83FA-963C-5528-60710D42A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E6490E-FA5B-CFC9-AA21-CF1DD4F2C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6235" cy="621665"/>
          </a:xfr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>
              <a:buFontTx/>
              <a:buNone/>
            </a:pPr>
            <a:r>
              <a:rPr lang="ko-KR" sz="3200"/>
              <a:t>SEQ_LOGIC</a:t>
            </a:r>
            <a:endParaRPr lang="ko-KR" altLang="en-US" sz="3200"/>
          </a:p>
        </p:txBody>
      </p:sp>
      <p:sp>
        <p:nvSpPr>
          <p:cNvPr id="4" name="순서도: 연결자 3"/>
          <p:cNvSpPr/>
          <p:nvPr/>
        </p:nvSpPr>
        <p:spPr>
          <a:xfrm>
            <a:off x="1750695" y="3134995"/>
            <a:ext cx="1382395" cy="1371600"/>
          </a:xfrm>
          <a:prstGeom prst="flowChartConnecto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999615" y="3637915"/>
            <a:ext cx="940435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  IDLE</a:t>
            </a:r>
            <a:endParaRPr lang="ko-KR" altLang="en-US" dirty="0"/>
          </a:p>
        </p:txBody>
      </p:sp>
      <p:sp>
        <p:nvSpPr>
          <p:cNvPr id="7" name="순서도: 연결자 6"/>
          <p:cNvSpPr/>
          <p:nvPr/>
        </p:nvSpPr>
        <p:spPr>
          <a:xfrm>
            <a:off x="5090160" y="3134995"/>
            <a:ext cx="1382395" cy="1371600"/>
          </a:xfrm>
          <a:prstGeom prst="flowChartConnecto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5292725" y="3618230"/>
            <a:ext cx="940435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  RUN</a:t>
            </a:r>
            <a:endParaRPr lang="ko-KR" altLang="en-US" dirty="0"/>
          </a:p>
        </p:txBody>
      </p:sp>
      <p:sp>
        <p:nvSpPr>
          <p:cNvPr id="9" name="순서도: 연결자 8"/>
          <p:cNvSpPr/>
          <p:nvPr/>
        </p:nvSpPr>
        <p:spPr>
          <a:xfrm>
            <a:off x="8429625" y="3134995"/>
            <a:ext cx="1382395" cy="1371600"/>
          </a:xfrm>
          <a:prstGeom prst="flowChartConnecto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8669655" y="3618230"/>
            <a:ext cx="940435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 STOP</a:t>
            </a:r>
            <a:endParaRPr lang="ko-KR" altLang="en-US" dirty="0"/>
          </a:p>
        </p:txBody>
      </p:sp>
      <p:cxnSp>
        <p:nvCxnSpPr>
          <p:cNvPr id="12" name="구부러진 연결선 11"/>
          <p:cNvCxnSpPr>
            <a:stCxn id="14" idx="2"/>
            <a:endCxn id="4" idx="2"/>
          </p:cNvCxnSpPr>
          <p:nvPr/>
        </p:nvCxnSpPr>
        <p:spPr>
          <a:xfrm rot="16200000" flipH="1">
            <a:off x="748665" y="2819400"/>
            <a:ext cx="1297940" cy="70548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3730" y="2153285"/>
            <a:ext cx="822960" cy="369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r</a:t>
            </a:r>
            <a:r>
              <a:rPr lang="en-US" altLang="ko-KR" dirty="0" err="1" smtClean="0"/>
              <a:t>st_n</a:t>
            </a:r>
            <a:endParaRPr lang="ko-KR" altLang="en-US" dirty="0"/>
          </a:p>
        </p:txBody>
      </p:sp>
      <p:cxnSp>
        <p:nvCxnSpPr>
          <p:cNvPr id="16" name="직선 화살표 연결선 15"/>
          <p:cNvCxnSpPr>
            <a:stCxn id="4" idx="6"/>
            <a:endCxn id="7" idx="2"/>
          </p:cNvCxnSpPr>
          <p:nvPr/>
        </p:nvCxnSpPr>
        <p:spPr>
          <a:xfrm>
            <a:off x="3133090" y="3820795"/>
            <a:ext cx="19570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>
            <a:stCxn id="7" idx="6"/>
            <a:endCxn id="9" idx="2"/>
          </p:cNvCxnSpPr>
          <p:nvPr/>
        </p:nvCxnSpPr>
        <p:spPr>
          <a:xfrm>
            <a:off x="6472555" y="3820795"/>
            <a:ext cx="19570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354070" y="3477895"/>
            <a:ext cx="1515110" cy="646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 </a:t>
            </a:r>
            <a:r>
              <a:rPr lang="en-US" altLang="ko-KR" dirty="0" smtClean="0"/>
              <a:t>     </a:t>
            </a:r>
            <a:r>
              <a:rPr lang="en-US" altLang="ko-KR" dirty="0" err="1" smtClean="0"/>
              <a:t>btn</a:t>
            </a:r>
            <a:r>
              <a:rPr lang="en-US" altLang="ko-KR" dirty="0" smtClean="0"/>
              <a:t> </a:t>
            </a:r>
          </a:p>
          <a:p>
            <a:r>
              <a:rPr lang="en-US" altLang="ko-KR" dirty="0" smtClean="0"/>
              <a:t> (</a:t>
            </a:r>
            <a:r>
              <a:rPr lang="en-US" altLang="ko-KR" dirty="0" err="1" smtClean="0"/>
              <a:t>btn</a:t>
            </a:r>
            <a:r>
              <a:rPr lang="en-US" altLang="ko-KR" dirty="0" smtClean="0"/>
              <a:t> == 1)</a:t>
            </a:r>
            <a:endParaRPr lang="ko-KR" alt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6795135" y="3497580"/>
            <a:ext cx="1515110" cy="646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 </a:t>
            </a:r>
            <a:r>
              <a:rPr lang="en-US" altLang="ko-KR" dirty="0" smtClean="0"/>
              <a:t>     </a:t>
            </a:r>
            <a:r>
              <a:rPr lang="en-US" altLang="ko-KR" dirty="0" err="1" smtClean="0"/>
              <a:t>btn</a:t>
            </a:r>
            <a:r>
              <a:rPr lang="en-US" altLang="ko-KR" dirty="0" smtClean="0"/>
              <a:t> </a:t>
            </a:r>
          </a:p>
          <a:p>
            <a:r>
              <a:rPr lang="en-US" altLang="ko-KR" dirty="0" smtClean="0"/>
              <a:t> (</a:t>
            </a:r>
            <a:r>
              <a:rPr lang="en-US" altLang="ko-KR" dirty="0" err="1" smtClean="0"/>
              <a:t>btn</a:t>
            </a:r>
            <a:r>
              <a:rPr lang="en-US" altLang="ko-KR" dirty="0" smtClean="0"/>
              <a:t> == 1)</a:t>
            </a:r>
            <a:endParaRPr lang="ko-KR" altLang="en-US" dirty="0"/>
          </a:p>
        </p:txBody>
      </p:sp>
      <p:cxnSp>
        <p:nvCxnSpPr>
          <p:cNvPr id="90" name="직선 화살표 연결선 89"/>
          <p:cNvCxnSpPr>
            <a:stCxn id="9" idx="2"/>
            <a:endCxn id="7" idx="6"/>
          </p:cNvCxnSpPr>
          <p:nvPr/>
        </p:nvCxnSpPr>
        <p:spPr>
          <a:xfrm flipH="1">
            <a:off x="6472555" y="3820795"/>
            <a:ext cx="19570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텍스트 상자 53"/>
          <p:cNvSpPr txBox="1">
            <a:spLocks noGrp="1"/>
          </p:cNvSpPr>
          <p:nvPr/>
        </p:nvSpPr>
        <p:spPr>
          <a:xfrm>
            <a:off x="835025" y="90487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ADDER_100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2592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25D9A-83FA-963C-5528-60710D42A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64"/>
          <p:cNvSpPr txBox="1">
            <a:spLocks noGrp="1"/>
          </p:cNvSpPr>
          <p:nvPr/>
        </p:nvSpPr>
        <p:spPr>
          <a:xfrm>
            <a:off x="909955" y="436880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SEQ_LOGIC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7" name="텍스트 상자 65"/>
          <p:cNvSpPr txBox="1">
            <a:spLocks noGrp="1"/>
          </p:cNvSpPr>
          <p:nvPr/>
        </p:nvSpPr>
        <p:spPr>
          <a:xfrm>
            <a:off x="835025" y="90487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RTL CODE</a:t>
            </a:r>
            <a:endParaRPr lang="ko-KR" altLang="en-US"/>
          </a:p>
        </p:txBody>
      </p:sp>
      <p:pic>
        <p:nvPicPr>
          <p:cNvPr id="8" name="그림 277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945" y="1689100"/>
            <a:ext cx="3670935" cy="1574165"/>
          </a:xfrm>
          <a:prstGeom prst="rect">
            <a:avLst/>
          </a:prstGeom>
          <a:noFill/>
        </p:spPr>
      </p:pic>
      <p:pic>
        <p:nvPicPr>
          <p:cNvPr id="9" name="그림 278" descr="C:/Users/user/AppData/Roaming/PolarisOffice/ETemp/22280_17866776/fImage331356261538.png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1525" y="508000"/>
            <a:ext cx="3507740" cy="2755265"/>
          </a:xfrm>
          <a:prstGeom prst="rect">
            <a:avLst/>
          </a:prstGeom>
          <a:noFill/>
        </p:spPr>
      </p:pic>
      <p:sp>
        <p:nvSpPr>
          <p:cNvPr id="10" name="텍스트 상자 279"/>
          <p:cNvSpPr txBox="1">
            <a:spLocks/>
          </p:cNvSpPr>
          <p:nvPr/>
        </p:nvSpPr>
        <p:spPr>
          <a:xfrm>
            <a:off x="698500" y="1445260"/>
            <a:ext cx="1373505" cy="247015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sz="1000" b="1">
                <a:latin typeface="맑은 고딕" charset="0"/>
                <a:ea typeface="맑은 고딕" charset="0"/>
              </a:rPr>
              <a:t>Always_0</a:t>
            </a:r>
            <a:endParaRPr lang="ko-KR" altLang="en-US" sz="1000" b="1">
              <a:latin typeface="맑은 고딕" charset="0"/>
              <a:ea typeface="맑은 고딕" charset="0"/>
            </a:endParaRPr>
          </a:p>
        </p:txBody>
      </p:sp>
      <p:sp>
        <p:nvSpPr>
          <p:cNvPr id="11" name="텍스트 상자 281"/>
          <p:cNvSpPr txBox="1">
            <a:spLocks/>
          </p:cNvSpPr>
          <p:nvPr/>
        </p:nvSpPr>
        <p:spPr>
          <a:xfrm>
            <a:off x="4580255" y="270510"/>
            <a:ext cx="1373505" cy="247015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sz="1000" b="1">
                <a:latin typeface="맑은 고딕" charset="0"/>
                <a:ea typeface="맑은 고딕" charset="0"/>
              </a:rPr>
              <a:t>Always_1</a:t>
            </a:r>
            <a:endParaRPr lang="ko-KR" altLang="en-US" sz="1000" b="1">
              <a:latin typeface="맑은 고딕" charset="0"/>
              <a:ea typeface="맑은 고딕" charset="0"/>
            </a:endParaRPr>
          </a:p>
        </p:txBody>
      </p:sp>
      <p:pic>
        <p:nvPicPr>
          <p:cNvPr id="12" name="그림 282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497840"/>
            <a:ext cx="3804920" cy="1572260"/>
          </a:xfrm>
          <a:prstGeom prst="rect">
            <a:avLst/>
          </a:prstGeom>
          <a:noFill/>
        </p:spPr>
      </p:pic>
      <p:sp>
        <p:nvSpPr>
          <p:cNvPr id="13" name="텍스트 상자 284"/>
          <p:cNvSpPr txBox="1">
            <a:spLocks/>
          </p:cNvSpPr>
          <p:nvPr/>
        </p:nvSpPr>
        <p:spPr>
          <a:xfrm>
            <a:off x="8249920" y="268605"/>
            <a:ext cx="1373505" cy="247015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sz="1000" b="1">
                <a:latin typeface="맑은 고딕" charset="0"/>
                <a:ea typeface="맑은 고딕" charset="0"/>
              </a:rPr>
              <a:t>FlipFlop_0</a:t>
            </a:r>
            <a:endParaRPr lang="ko-KR" altLang="en-US" sz="1000" b="1">
              <a:latin typeface="맑은 고딕" charset="0"/>
              <a:ea typeface="맑은 고딕" charset="0"/>
            </a:endParaRPr>
          </a:p>
        </p:txBody>
      </p:sp>
      <p:sp>
        <p:nvSpPr>
          <p:cNvPr id="15" name="텍스트 상자 286"/>
          <p:cNvSpPr txBox="1">
            <a:spLocks/>
          </p:cNvSpPr>
          <p:nvPr/>
        </p:nvSpPr>
        <p:spPr>
          <a:xfrm>
            <a:off x="2808605" y="4700905"/>
            <a:ext cx="1373505" cy="247015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sz="1000" b="1">
                <a:latin typeface="맑은 고딕" charset="0"/>
                <a:ea typeface="맑은 고딕" charset="0"/>
              </a:rPr>
              <a:t>Always_2</a:t>
            </a:r>
            <a:endParaRPr lang="ko-KR" altLang="en-US" sz="1000" b="1">
              <a:latin typeface="맑은 고딕" charset="0"/>
              <a:ea typeface="맑은 고딕" charset="0"/>
            </a:endParaRPr>
          </a:p>
        </p:txBody>
      </p:sp>
      <p:pic>
        <p:nvPicPr>
          <p:cNvPr id="16" name="그림 287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8640" y="3989705"/>
            <a:ext cx="2789555" cy="2379980"/>
          </a:xfrm>
          <a:prstGeom prst="rect">
            <a:avLst/>
          </a:prstGeom>
          <a:noFill/>
        </p:spPr>
      </p:pic>
      <p:sp>
        <p:nvSpPr>
          <p:cNvPr id="17" name="텍스트 상자 288"/>
          <p:cNvSpPr txBox="1">
            <a:spLocks/>
          </p:cNvSpPr>
          <p:nvPr/>
        </p:nvSpPr>
        <p:spPr>
          <a:xfrm>
            <a:off x="5631815" y="3744595"/>
            <a:ext cx="1373505" cy="247015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sz="1000" b="1">
                <a:latin typeface="맑은 고딕" charset="0"/>
                <a:ea typeface="맑은 고딕" charset="0"/>
              </a:rPr>
              <a:t>Always_3</a:t>
            </a:r>
            <a:endParaRPr lang="ko-KR" altLang="en-US" sz="1000" b="1">
              <a:latin typeface="맑은 고딕" charset="0"/>
              <a:ea typeface="맑은 고딕" charset="0"/>
            </a:endParaRPr>
          </a:p>
        </p:txBody>
      </p:sp>
      <p:pic>
        <p:nvPicPr>
          <p:cNvPr id="18" name="그림 289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9510" y="2987040"/>
            <a:ext cx="2755265" cy="3389630"/>
          </a:xfrm>
          <a:prstGeom prst="rect">
            <a:avLst/>
          </a:prstGeom>
          <a:noFill/>
        </p:spPr>
      </p:pic>
      <p:pic>
        <p:nvPicPr>
          <p:cNvPr id="19" name="그림 290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7175" y="4945380"/>
            <a:ext cx="2551430" cy="1427480"/>
          </a:xfrm>
          <a:prstGeom prst="rect">
            <a:avLst/>
          </a:prstGeom>
          <a:noFill/>
        </p:spPr>
      </p:pic>
      <p:sp>
        <p:nvSpPr>
          <p:cNvPr id="20" name="텍스트 상자 291"/>
          <p:cNvSpPr txBox="1">
            <a:spLocks/>
          </p:cNvSpPr>
          <p:nvPr/>
        </p:nvSpPr>
        <p:spPr>
          <a:xfrm>
            <a:off x="8776970" y="2785745"/>
            <a:ext cx="1373505" cy="247015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sz="1000" b="1">
                <a:latin typeface="맑은 고딕" charset="0"/>
                <a:ea typeface="맑은 고딕" charset="0"/>
              </a:rPr>
              <a:t>Always_4</a:t>
            </a:r>
            <a:endParaRPr lang="ko-KR" altLang="en-US" sz="1000" b="1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1"/>
          <p:cNvSpPr txBox="1">
            <a:spLocks/>
          </p:cNvSpPr>
          <p:nvPr/>
        </p:nvSpPr>
        <p:spPr>
          <a:xfrm>
            <a:off x="1347470" y="3263900"/>
            <a:ext cx="2515235" cy="247015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numCol="1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000">
                <a:latin typeface="맑은 고딕" charset="0"/>
                <a:ea typeface="맑은 고딕" charset="0"/>
              </a:rPr>
              <a:t>double f/f -&gt; Metastability방지</a:t>
            </a:r>
            <a:endParaRPr lang="ko-KR" altLang="en-US" sz="1000" b="1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2"/>
          <p:cNvSpPr txBox="1">
            <a:spLocks/>
          </p:cNvSpPr>
          <p:nvPr/>
        </p:nvSpPr>
        <p:spPr>
          <a:xfrm>
            <a:off x="4830445" y="3260725"/>
            <a:ext cx="3262630" cy="27813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numCol="1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200">
                <a:latin typeface="맑은 고딕" charset="0"/>
                <a:ea typeface="맑은 고딕" charset="0"/>
              </a:rPr>
              <a:t>DEBOUNCE_LIMIT=2(20ns) -&gt;Noise filter</a:t>
            </a:r>
            <a:endParaRPr lang="ko-KR" altLang="en-US" sz="1000" b="1">
              <a:latin typeface="맑은 고딕" charset="0"/>
              <a:ea typeface="맑은 고딕" charset="0"/>
            </a:endParaRPr>
          </a:p>
        </p:txBody>
      </p:sp>
      <p:sp>
        <p:nvSpPr>
          <p:cNvPr id="23" name="텍스트 상자 3"/>
          <p:cNvSpPr txBox="1">
            <a:spLocks/>
          </p:cNvSpPr>
          <p:nvPr/>
        </p:nvSpPr>
        <p:spPr>
          <a:xfrm>
            <a:off x="8923655" y="2070100"/>
            <a:ext cx="3262630" cy="401392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numCol="1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000" b="0" dirty="0" err="1">
                <a:latin typeface="맑은 고딕" charset="0"/>
                <a:ea typeface="맑은 고딕" charset="0"/>
              </a:rPr>
              <a:t>Debounce</a:t>
            </a:r>
            <a:r>
              <a:rPr lang="ko-KR" sz="1000" b="0" dirty="0">
                <a:latin typeface="맑은 고딕" charset="0"/>
                <a:ea typeface="맑은 고딕" charset="0"/>
              </a:rPr>
              <a:t> </a:t>
            </a:r>
            <a:r>
              <a:rPr lang="ko-KR" sz="1000" b="0" dirty="0" err="1" smtClean="0">
                <a:latin typeface="맑은 고딕" charset="0"/>
                <a:ea typeface="맑은 고딕" charset="0"/>
              </a:rPr>
              <a:t>pulse</a:t>
            </a:r>
            <a:r>
              <a:rPr lang="en-US" altLang="ko-KR" sz="1000" dirty="0" smtClean="0">
                <a:latin typeface="맑은 고딕" charset="0"/>
                <a:ea typeface="맑은 고딕" charset="0"/>
              </a:rPr>
              <a:t>(</a:t>
            </a:r>
            <a:r>
              <a:rPr lang="en-US" altLang="ko-KR" sz="1000" dirty="0" err="1" smtClean="0">
                <a:latin typeface="맑은 고딕" charset="0"/>
                <a:ea typeface="맑은 고딕" charset="0"/>
              </a:rPr>
              <a:t>prev</a:t>
            </a:r>
            <a:r>
              <a:rPr lang="en-US" altLang="ko-KR" sz="1000" b="0" dirty="0" smtClean="0">
                <a:latin typeface="맑은 고딕" charset="0"/>
                <a:ea typeface="맑은 고딕" charset="0"/>
              </a:rPr>
              <a:t>)</a:t>
            </a:r>
            <a:r>
              <a:rPr lang="ko-KR" sz="1000" b="0" dirty="0" smtClean="0">
                <a:latin typeface="맑은 고딕" charset="0"/>
                <a:ea typeface="맑은 고딕" charset="0"/>
              </a:rPr>
              <a:t> </a:t>
            </a:r>
            <a:r>
              <a:rPr lang="ko-KR" sz="1000" b="0" dirty="0">
                <a:latin typeface="맑은 고딕" charset="0"/>
                <a:ea typeface="맑은 고딕" charset="0"/>
              </a:rPr>
              <a:t>-&gt; 1 </a:t>
            </a:r>
            <a:r>
              <a:rPr lang="ko-KR" sz="1000" b="0" dirty="0" err="1">
                <a:latin typeface="맑은 고딕" charset="0"/>
                <a:ea typeface="맑은 고딕" charset="0"/>
              </a:rPr>
              <a:t>clk</a:t>
            </a:r>
            <a:r>
              <a:rPr lang="ko-KR" sz="1000" b="0" dirty="0">
                <a:latin typeface="맑은 고딕" charset="0"/>
                <a:ea typeface="맑은 고딕" charset="0"/>
              </a:rPr>
              <a:t> </a:t>
            </a:r>
            <a:r>
              <a:rPr lang="ko-KR" sz="1000" b="0" dirty="0" err="1" smtClean="0">
                <a:latin typeface="맑은 고딕" charset="0"/>
                <a:ea typeface="맑은 고딕" charset="0"/>
              </a:rPr>
              <a:t>pulse</a:t>
            </a:r>
            <a:endParaRPr lang="en-US" altLang="ko-KR" sz="1000" b="0" dirty="0" smtClean="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en-US" altLang="ko-KR" sz="1000" dirty="0" smtClean="0">
                <a:latin typeface="맑은 고딕" charset="0"/>
                <a:ea typeface="맑은 고딕" charset="0"/>
              </a:rPr>
              <a:t>(+ </a:t>
            </a:r>
            <a:r>
              <a:rPr lang="ko-KR" altLang="en-US" sz="1000" dirty="0" smtClean="0">
                <a:latin typeface="맑은 고딕" charset="0"/>
                <a:ea typeface="맑은 고딕" charset="0"/>
              </a:rPr>
              <a:t>이전 </a:t>
            </a:r>
            <a:r>
              <a:rPr lang="ko-KR" altLang="en-US" sz="1000" dirty="0" err="1" smtClean="0">
                <a:latin typeface="맑은 고딕" charset="0"/>
                <a:ea typeface="맑은 고딕" charset="0"/>
              </a:rPr>
              <a:t>입력값과</a:t>
            </a:r>
            <a:r>
              <a:rPr lang="ko-KR" altLang="en-US" sz="1000" dirty="0" smtClean="0">
                <a:latin typeface="맑은 고딕" charset="0"/>
                <a:ea typeface="맑은 고딕" charset="0"/>
              </a:rPr>
              <a:t> </a:t>
            </a:r>
            <a:r>
              <a:rPr lang="ko-KR" altLang="en-US" sz="1000" dirty="0" err="1" smtClean="0">
                <a:latin typeface="맑은 고딕" charset="0"/>
                <a:ea typeface="맑은 고딕" charset="0"/>
              </a:rPr>
              <a:t>현재값을</a:t>
            </a:r>
            <a:r>
              <a:rPr lang="ko-KR" altLang="en-US" sz="1000" dirty="0" smtClean="0">
                <a:latin typeface="맑은 고딕" charset="0"/>
                <a:ea typeface="맑은 고딕" charset="0"/>
              </a:rPr>
              <a:t> 비교하여 출력</a:t>
            </a:r>
            <a:r>
              <a:rPr lang="en-US" altLang="ko-KR" sz="1000" dirty="0" smtClean="0">
                <a:latin typeface="맑은 고딕" charset="0"/>
                <a:ea typeface="맑은 고딕" charset="0"/>
              </a:rPr>
              <a:t>)</a:t>
            </a:r>
            <a:endParaRPr lang="ko-KR" altLang="en-US" sz="1000" b="0" dirty="0">
              <a:latin typeface="맑은 고딕" charset="0"/>
              <a:ea typeface="맑은 고딕" charset="0"/>
            </a:endParaRPr>
          </a:p>
        </p:txBody>
      </p:sp>
      <p:cxnSp>
        <p:nvCxnSpPr>
          <p:cNvPr id="24" name="도형 4"/>
          <p:cNvCxnSpPr/>
          <p:nvPr/>
        </p:nvCxnSpPr>
        <p:spPr>
          <a:xfrm>
            <a:off x="4430395" y="2332355"/>
            <a:ext cx="142875" cy="635"/>
          </a:xfrm>
          <a:prstGeom prst="straightConnector1">
            <a:avLst/>
          </a:prstGeom>
          <a:ln w="6350" cap="flat" cmpd="sng">
            <a:prstDash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도형 5"/>
          <p:cNvCxnSpPr/>
          <p:nvPr/>
        </p:nvCxnSpPr>
        <p:spPr>
          <a:xfrm>
            <a:off x="8113395" y="1568450"/>
            <a:ext cx="142875" cy="635"/>
          </a:xfrm>
          <a:prstGeom prst="straightConnector1">
            <a:avLst/>
          </a:prstGeom>
          <a:ln w="6350" cap="flat" cmpd="sng">
            <a:prstDash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2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25D9A-83FA-963C-5528-60710D42A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58"/>
          <p:cNvSpPr txBox="1">
            <a:spLocks noGrp="1"/>
          </p:cNvSpPr>
          <p:nvPr>
            <p:ph type="title" idx="1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SEQ_LOGIC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5" name="텍스트 상자 59"/>
          <p:cNvSpPr txBox="1">
            <a:spLocks noGrp="1"/>
          </p:cNvSpPr>
          <p:nvPr/>
        </p:nvSpPr>
        <p:spPr>
          <a:xfrm>
            <a:off x="835025" y="90487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SCHEMATIC</a:t>
            </a:r>
            <a:endParaRPr lang="ko-KR" altLang="en-US"/>
          </a:p>
        </p:txBody>
      </p:sp>
      <p:pic>
        <p:nvPicPr>
          <p:cNvPr id="7" name="그림 71" descr="C:/Users/user/AppData/Roaming/PolarisOffice/ETemp/9132_12101376/fImage80420445703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590" y="1419860"/>
            <a:ext cx="9899650" cy="1758950"/>
          </a:xfrm>
          <a:prstGeom prst="rect">
            <a:avLst/>
          </a:prstGeom>
          <a:noFill/>
        </p:spPr>
      </p:pic>
      <p:pic>
        <p:nvPicPr>
          <p:cNvPr id="8" name="그림 73" descr="C:/Users/user/AppData/Roaming/PolarisOffice/ETemp/9132_12101376/fImage1045964479894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" y="3307715"/>
            <a:ext cx="6451600" cy="2001520"/>
          </a:xfrm>
          <a:prstGeom prst="rect">
            <a:avLst/>
          </a:prstGeom>
          <a:noFill/>
        </p:spPr>
      </p:pic>
      <p:pic>
        <p:nvPicPr>
          <p:cNvPr id="9" name="그림 74" descr="C:/Users/user/AppData/Roaming/PolarisOffice/ETemp/9132_12101376/fImage606184488703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9245" y="3247390"/>
            <a:ext cx="5394960" cy="2122170"/>
          </a:xfrm>
          <a:prstGeom prst="rect">
            <a:avLst/>
          </a:prstGeom>
          <a:noFill/>
        </p:spPr>
      </p:pic>
      <p:sp>
        <p:nvSpPr>
          <p:cNvPr id="10" name="텍스트 상자 75"/>
          <p:cNvSpPr txBox="1">
            <a:spLocks/>
          </p:cNvSpPr>
          <p:nvPr/>
        </p:nvSpPr>
        <p:spPr>
          <a:xfrm>
            <a:off x="469265" y="5591175"/>
            <a:ext cx="11680190" cy="64770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sz="1200" dirty="0">
                <a:latin typeface="맑은 고딕" charset="0"/>
                <a:ea typeface="맑은 고딕" charset="0"/>
              </a:rPr>
              <a:t>Always_0: 2개의 </a:t>
            </a:r>
            <a:r>
              <a:rPr lang="ko-KR" sz="1200" dirty="0" err="1">
                <a:latin typeface="맑은 고딕" charset="0"/>
                <a:ea typeface="맑은 고딕" charset="0"/>
              </a:rPr>
              <a:t>f</a:t>
            </a:r>
            <a:r>
              <a:rPr lang="ko-KR" sz="1200" dirty="0">
                <a:latin typeface="맑은 고딕" charset="0"/>
                <a:ea typeface="맑은 고딕" charset="0"/>
              </a:rPr>
              <a:t>/</a:t>
            </a:r>
            <a:r>
              <a:rPr lang="ko-KR" sz="1200" dirty="0" err="1">
                <a:latin typeface="맑은 고딕" charset="0"/>
                <a:ea typeface="맑은 고딕" charset="0"/>
              </a:rPr>
              <a:t>f을</a:t>
            </a:r>
            <a:r>
              <a:rPr lang="ko-KR" sz="1200" dirty="0">
                <a:latin typeface="맑은 고딕" charset="0"/>
                <a:ea typeface="맑은 고딕" charset="0"/>
              </a:rPr>
              <a:t> 사용하여 불안정한 </a:t>
            </a:r>
            <a:r>
              <a:rPr lang="ko-KR" sz="1200" dirty="0" err="1">
                <a:latin typeface="맑은 고딕" charset="0"/>
                <a:ea typeface="맑은 고딕" charset="0"/>
              </a:rPr>
              <a:t>비동기신호</a:t>
            </a:r>
            <a:r>
              <a:rPr lang="ko-KR" sz="1200" dirty="0">
                <a:latin typeface="맑은 고딕" charset="0"/>
                <a:ea typeface="맑은 고딕" charset="0"/>
              </a:rPr>
              <a:t>(</a:t>
            </a:r>
            <a:r>
              <a:rPr lang="ko-KR" sz="1200" dirty="0" err="1">
                <a:latin typeface="맑은 고딕" charset="0"/>
                <a:ea typeface="맑은 고딕" charset="0"/>
              </a:rPr>
              <a:t>Metastability</a:t>
            </a:r>
            <a:r>
              <a:rPr lang="ko-KR" sz="1200" dirty="0">
                <a:latin typeface="맑은 고딕" charset="0"/>
                <a:ea typeface="맑은 고딕" charset="0"/>
              </a:rPr>
              <a:t>)</a:t>
            </a:r>
            <a:r>
              <a:rPr lang="ko-KR" sz="1200" dirty="0" err="1">
                <a:latin typeface="맑은 고딕" charset="0"/>
                <a:ea typeface="맑은 고딕" charset="0"/>
              </a:rPr>
              <a:t>를</a:t>
            </a:r>
            <a:r>
              <a:rPr lang="ko-KR" sz="1200" dirty="0">
                <a:latin typeface="맑은 고딕" charset="0"/>
                <a:ea typeface="맑은 고딕" charset="0"/>
              </a:rPr>
              <a:t> 안정화 된 신호로 변환 -&gt; 0 </a:t>
            </a:r>
            <a:r>
              <a:rPr lang="ko-KR" sz="1200" dirty="0" err="1">
                <a:latin typeface="맑은 고딕" charset="0"/>
                <a:ea typeface="맑은 고딕" charset="0"/>
              </a:rPr>
              <a:t>or</a:t>
            </a:r>
            <a:r>
              <a:rPr lang="ko-KR" sz="1200" dirty="0">
                <a:latin typeface="맑은 고딕" charset="0"/>
                <a:ea typeface="맑은 고딕" charset="0"/>
              </a:rPr>
              <a:t> 1</a:t>
            </a:r>
            <a:endParaRPr lang="ko-KR" altLang="en-US" sz="1200" dirty="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200" dirty="0">
                <a:latin typeface="맑은 고딕" charset="0"/>
                <a:ea typeface="맑은 고딕" charset="0"/>
              </a:rPr>
              <a:t>Always_1: DEBOUNCE_LIMIT=2(</a:t>
            </a:r>
            <a:r>
              <a:rPr lang="ko-KR" sz="1200" dirty="0" err="1">
                <a:latin typeface="맑은 고딕" charset="0"/>
                <a:ea typeface="맑은 고딕" charset="0"/>
              </a:rPr>
              <a:t>clk이</a:t>
            </a:r>
            <a:r>
              <a:rPr lang="ko-KR" sz="1200" dirty="0">
                <a:latin typeface="맑은 고딕" charset="0"/>
                <a:ea typeface="맑은 고딕" charset="0"/>
              </a:rPr>
              <a:t> 2번 반복되는 동안 </a:t>
            </a:r>
            <a:r>
              <a:rPr lang="ko-KR" sz="1200" dirty="0" err="1">
                <a:latin typeface="맑은 고딕" charset="0"/>
                <a:ea typeface="맑은 고딕" charset="0"/>
              </a:rPr>
              <a:t>버튼입력</a:t>
            </a:r>
            <a:r>
              <a:rPr lang="ko-KR" sz="1200" dirty="0">
                <a:latin typeface="맑은 고딕" charset="0"/>
                <a:ea typeface="맑은 고딕" charset="0"/>
              </a:rPr>
              <a:t> 유지)</a:t>
            </a:r>
            <a:r>
              <a:rPr lang="ko-KR" sz="1200" dirty="0" err="1">
                <a:latin typeface="맑은 고딕" charset="0"/>
                <a:ea typeface="맑은 고딕" charset="0"/>
              </a:rPr>
              <a:t>를</a:t>
            </a:r>
            <a:r>
              <a:rPr lang="ko-KR" sz="1200" dirty="0">
                <a:latin typeface="맑은 고딕" charset="0"/>
                <a:ea typeface="맑은 고딕" charset="0"/>
              </a:rPr>
              <a:t> 바탕으로 노이즈 </a:t>
            </a:r>
            <a:r>
              <a:rPr lang="ko-KR" sz="1200" dirty="0" err="1">
                <a:latin typeface="맑은 고딕" charset="0"/>
                <a:ea typeface="맑은 고딕" charset="0"/>
              </a:rPr>
              <a:t>필더링</a:t>
            </a:r>
            <a:r>
              <a:rPr lang="ko-KR" sz="1200" dirty="0">
                <a:latin typeface="맑은 고딕" charset="0"/>
                <a:ea typeface="맑은 고딕" charset="0"/>
              </a:rPr>
              <a:t> -&gt; 20ns 이상 눌러야 통과</a:t>
            </a:r>
            <a:endParaRPr lang="ko-KR" altLang="en-US" sz="1200" dirty="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200" dirty="0" err="1">
                <a:latin typeface="맑은 고딕" charset="0"/>
                <a:ea typeface="맑은 고딕" charset="0"/>
              </a:rPr>
              <a:t>F</a:t>
            </a:r>
            <a:r>
              <a:rPr lang="ko-KR" sz="1200" dirty="0">
                <a:latin typeface="맑은 고딕" charset="0"/>
                <a:ea typeface="맑은 고딕" charset="0"/>
              </a:rPr>
              <a:t>/F_0: </a:t>
            </a:r>
            <a:r>
              <a:rPr lang="ko-KR" sz="1200" dirty="0" err="1">
                <a:latin typeface="맑은 고딕" charset="0"/>
                <a:ea typeface="맑은 고딕" charset="0"/>
              </a:rPr>
              <a:t>Debounce가</a:t>
            </a:r>
            <a:r>
              <a:rPr lang="ko-KR" sz="1200" dirty="0">
                <a:latin typeface="맑은 고딕" charset="0"/>
                <a:ea typeface="맑은 고딕" charset="0"/>
              </a:rPr>
              <a:t> 끝난 신호를 </a:t>
            </a:r>
            <a:r>
              <a:rPr lang="ko-KR" sz="1200" dirty="0" err="1">
                <a:latin typeface="맑은 고딕" charset="0"/>
                <a:ea typeface="맑은 고딕" charset="0"/>
              </a:rPr>
              <a:t>이전상태와</a:t>
            </a:r>
            <a:r>
              <a:rPr lang="ko-KR" sz="1200" dirty="0">
                <a:latin typeface="맑은 고딕" charset="0"/>
                <a:ea typeface="맑은 고딕" charset="0"/>
              </a:rPr>
              <a:t> 비교하여 1clk 펄스를 만듦 -&gt; </a:t>
            </a:r>
            <a:r>
              <a:rPr lang="ko-KR" sz="1200" dirty="0" err="1">
                <a:latin typeface="맑은 고딕" charset="0"/>
                <a:ea typeface="맑은 고딕" charset="0"/>
              </a:rPr>
              <a:t>counter에</a:t>
            </a:r>
            <a:r>
              <a:rPr lang="ko-KR" sz="1200" dirty="0">
                <a:latin typeface="맑은 고딕" charset="0"/>
                <a:ea typeface="맑은 고딕" charset="0"/>
              </a:rPr>
              <a:t> 들어갈 1 </a:t>
            </a:r>
            <a:r>
              <a:rPr lang="ko-KR" sz="1200" dirty="0" err="1">
                <a:latin typeface="맑은 고딕" charset="0"/>
                <a:ea typeface="맑은 고딕" charset="0"/>
              </a:rPr>
              <a:t>clk</a:t>
            </a:r>
            <a:r>
              <a:rPr lang="ko-KR" sz="1200" dirty="0">
                <a:latin typeface="맑은 고딕" charset="0"/>
                <a:ea typeface="맑은 고딕" charset="0"/>
              </a:rPr>
              <a:t> </a:t>
            </a:r>
            <a:r>
              <a:rPr lang="ko-KR" sz="1200" dirty="0" err="1">
                <a:latin typeface="맑은 고딕" charset="0"/>
                <a:ea typeface="맑은 고딕" charset="0"/>
              </a:rPr>
              <a:t>pulse</a:t>
            </a:r>
            <a:r>
              <a:rPr lang="ko-KR" sz="1200" dirty="0">
                <a:latin typeface="맑은 고딕" charset="0"/>
                <a:ea typeface="맑은 고딕" charset="0"/>
              </a:rPr>
              <a:t> 생성</a:t>
            </a:r>
            <a:endParaRPr lang="ko-KR" altLang="en-US" sz="1200" dirty="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1872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25D9A-83FA-963C-5528-60710D42A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66"/>
          <p:cNvSpPr txBox="1">
            <a:spLocks noGrp="1"/>
          </p:cNvSpPr>
          <p:nvPr>
            <p:ph type="title" idx="1"/>
          </p:nvPr>
        </p:nvSpPr>
        <p:spPr>
          <a:xfrm>
            <a:off x="838200" y="365125"/>
            <a:ext cx="10516235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3200" b="1">
                <a:latin typeface="맑은 고딕" charset="0"/>
                <a:ea typeface="맑은 고딕" charset="0"/>
                <a:cs typeface="+mj-cs"/>
              </a:rPr>
              <a:t>SEQ_LOGIC</a:t>
            </a:r>
            <a:endParaRPr lang="ko-KR" altLang="en-US" sz="3200" b="1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7" name="텍스트 상자 67"/>
          <p:cNvSpPr txBox="1">
            <a:spLocks noGrp="1"/>
          </p:cNvSpPr>
          <p:nvPr/>
        </p:nvSpPr>
        <p:spPr>
          <a:xfrm>
            <a:off x="835025" y="904875"/>
            <a:ext cx="4892040" cy="621665"/>
          </a:xfrm>
          <a:prstGeom prst="rect">
            <a:avLst/>
          </a:prstGeom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ko-KR" sz="2000" b="1">
                <a:latin typeface="+mj-lt"/>
                <a:ea typeface="+mj-ea"/>
                <a:cs typeface="+mj-cs"/>
              </a:rPr>
              <a:t>TESTBENCH</a:t>
            </a:r>
            <a:endParaRPr lang="ko-KR" altLang="en-US"/>
          </a:p>
        </p:txBody>
      </p:sp>
      <p:sp>
        <p:nvSpPr>
          <p:cNvPr id="8" name="텍스트 상자 68"/>
          <p:cNvSpPr txBox="1">
            <a:spLocks/>
          </p:cNvSpPr>
          <p:nvPr/>
        </p:nvSpPr>
        <p:spPr>
          <a:xfrm>
            <a:off x="5481955" y="1216025"/>
            <a:ext cx="4573270" cy="493395"/>
          </a:xfrm>
          <a:prstGeom prst="rect">
            <a:avLst/>
          </a:prstGeom>
          <a:noFill/>
        </p:spPr>
        <p:txBody>
          <a:bodyPr vert="horz" wrap="square" lIns="0" tIns="0" rIns="0" bIns="0" numCol="1" anchor="t">
            <a:spAutoFit/>
          </a:bodyPr>
          <a:lstStyle/>
          <a:p>
            <a:pPr marL="228600" indent="-228600">
              <a:buFont typeface="맑은 고딕"/>
              <a:buChar char="•"/>
            </a:pPr>
            <a:r>
              <a:rPr sz="1600" b="1" dirty="0"/>
              <a:t>DEBOUNCE_LIMIT = 2</a:t>
            </a:r>
            <a:r>
              <a:rPr lang="ko-KR" sz="1600" b="1" dirty="0"/>
              <a:t>; </a:t>
            </a:r>
            <a:r>
              <a:rPr lang="ko-KR" sz="1600" b="0" dirty="0">
                <a:latin typeface="+mn-lt"/>
                <a:ea typeface="+mn-ea"/>
                <a:cs typeface="+mn-cs"/>
              </a:rPr>
              <a:t>20ns(2주기)동안 눌러야 신호 통과</a:t>
            </a:r>
            <a:endParaRPr lang="ko-KR" altLang="en-US" sz="1600" b="0" dirty="0">
              <a:latin typeface="+mn-lt"/>
              <a:ea typeface="+mn-ea"/>
              <a:cs typeface="+mn-cs"/>
            </a:endParaRPr>
          </a:p>
        </p:txBody>
      </p:sp>
      <p:pic>
        <p:nvPicPr>
          <p:cNvPr id="9" name="그림 1" descr="C:/Users/user/AppData/Roaming/PolarisOffice/ETemp/20588_22602520/fImage1759831741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1900" y="1028700"/>
            <a:ext cx="2806700" cy="57213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12406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25D9A-83FA-963C-5528-60710D42A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E6490E-FA5B-CFC9-AA21-CF1DD4F2C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Design: Waveform</a:t>
            </a:r>
            <a:endParaRPr lang="en-CA" sz="3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361" y="986118"/>
            <a:ext cx="9145276" cy="17242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75657" y="5007428"/>
            <a:ext cx="87666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arenR"/>
            </a:pPr>
            <a:r>
              <a:rPr lang="en-US" altLang="ko-KR" dirty="0" err="1" smtClean="0"/>
              <a:t>i_btn</a:t>
            </a:r>
            <a:r>
              <a:rPr lang="ko-KR" altLang="en-US" dirty="0" smtClean="0"/>
              <a:t> </a:t>
            </a:r>
            <a:r>
              <a:rPr lang="en-US" altLang="ko-KR" dirty="0" smtClean="0"/>
              <a:t>== 1</a:t>
            </a:r>
            <a:r>
              <a:rPr lang="en-US" altLang="ko-KR" dirty="0"/>
              <a:t>,</a:t>
            </a:r>
            <a:r>
              <a:rPr lang="ko-KR" altLang="en-US" dirty="0" smtClean="0"/>
              <a:t> </a:t>
            </a:r>
            <a:r>
              <a:rPr lang="en-US" altLang="ko-KR" dirty="0" smtClean="0"/>
              <a:t>IDLE(2’b00)</a:t>
            </a:r>
            <a:r>
              <a:rPr lang="ko-KR" altLang="en-US" dirty="0"/>
              <a:t> </a:t>
            </a:r>
            <a:r>
              <a:rPr lang="en-US" altLang="ko-KR" dirty="0" smtClean="0"/>
              <a:t>-&gt; START(2’b01)</a:t>
            </a:r>
          </a:p>
          <a:p>
            <a:pPr marL="342900" indent="-342900">
              <a:buFontTx/>
              <a:buAutoNum type="arabicParenR"/>
            </a:pPr>
            <a:r>
              <a:rPr lang="en-US" altLang="ko-KR" dirty="0" err="1" smtClean="0"/>
              <a:t>i_btn</a:t>
            </a:r>
            <a:r>
              <a:rPr lang="en-US" altLang="ko-KR" dirty="0" smtClean="0"/>
              <a:t> == 1,</a:t>
            </a:r>
            <a:r>
              <a:rPr lang="ko-KR" altLang="en-US" dirty="0" smtClean="0"/>
              <a:t> </a:t>
            </a:r>
            <a:r>
              <a:rPr lang="en-US" altLang="ko-KR" dirty="0" smtClean="0"/>
              <a:t>START(2’b01) -&gt; STOP(2’b10)</a:t>
            </a:r>
          </a:p>
          <a:p>
            <a:r>
              <a:rPr lang="en-US" altLang="ko-KR" dirty="0" smtClean="0"/>
              <a:t>3) </a:t>
            </a:r>
            <a:r>
              <a:rPr lang="en-US" altLang="ko-KR" dirty="0" err="1" smtClean="0"/>
              <a:t>o_cnt</a:t>
            </a:r>
            <a:r>
              <a:rPr lang="en-US" altLang="ko-KR" dirty="0" smtClean="0"/>
              <a:t> == 99 -&gt; 1</a:t>
            </a:r>
            <a:r>
              <a:rPr lang="ko-KR" altLang="en-US" dirty="0" smtClean="0"/>
              <a:t> 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1940" y="2906273"/>
            <a:ext cx="9116697" cy="190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976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25D9A-83FA-963C-5528-60710D42A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E6490E-FA5B-CFC9-AA21-CF1DD4F2C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Design: Waveform</a:t>
            </a:r>
            <a:endParaRPr lang="en-CA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1175657" y="5331904"/>
            <a:ext cx="8766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i_btn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20</a:t>
            </a:r>
            <a:r>
              <a:rPr lang="en-US" altLang="ko-KR" dirty="0" smtClean="0"/>
              <a:t>ns</a:t>
            </a:r>
            <a:r>
              <a:rPr lang="ko-KR" altLang="en-US" dirty="0" smtClean="0"/>
              <a:t>이상 눌려야 </a:t>
            </a:r>
            <a:r>
              <a:rPr lang="en-US" altLang="ko-KR" dirty="0" err="1" smtClean="0"/>
              <a:t>current_state</a:t>
            </a:r>
            <a:r>
              <a:rPr lang="ko-KR" altLang="en-US" dirty="0" smtClean="0"/>
              <a:t>가 바뀌는 것을 확인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657" y="1310631"/>
            <a:ext cx="7640116" cy="172426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710" y="3359373"/>
            <a:ext cx="7240010" cy="1648055"/>
          </a:xfrm>
          <a:prstGeom prst="rect">
            <a:avLst/>
          </a:prstGeom>
        </p:spPr>
      </p:pic>
      <p:cxnSp>
        <p:nvCxnSpPr>
          <p:cNvPr id="9" name="직선 화살표 연결선 8"/>
          <p:cNvCxnSpPr/>
          <p:nvPr/>
        </p:nvCxnSpPr>
        <p:spPr>
          <a:xfrm>
            <a:off x="4238625" y="2448551"/>
            <a:ext cx="757090" cy="20764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4769570" y="2448551"/>
            <a:ext cx="1259755" cy="20764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38338" y="423574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>
                <a:solidFill>
                  <a:srgbClr val="FF0000"/>
                </a:solidFill>
              </a:rPr>
              <a:t>80ns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75657" y="939934"/>
            <a:ext cx="2672408" cy="370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>
                <a:solidFill>
                  <a:srgbClr val="FF0000"/>
                </a:solidFill>
              </a:rPr>
              <a:t>Debounced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6925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25D9A-83FA-963C-5528-60710D42A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E6490E-FA5B-CFC9-AA21-CF1DD4F2C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Synthesis</a:t>
            </a:r>
            <a:endParaRPr lang="en-CA" sz="3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1170785"/>
            <a:ext cx="5053149" cy="336565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99" y="4928679"/>
            <a:ext cx="5053149" cy="162537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170785"/>
            <a:ext cx="5699760" cy="25290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99508" y="4503744"/>
            <a:ext cx="2429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P</a:t>
            </a:r>
            <a:r>
              <a:rPr lang="en-US" altLang="ko-KR" b="1" dirty="0" smtClean="0"/>
              <a:t>erformance</a:t>
            </a:r>
            <a:endParaRPr lang="ko-KR" alt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2952205" y="6488668"/>
            <a:ext cx="2429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Area</a:t>
            </a:r>
            <a:endParaRPr lang="ko-KR" altLang="en-US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8577943" y="3699881"/>
            <a:ext cx="2429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Power</a:t>
            </a:r>
            <a:endParaRPr lang="ko-KR" altLang="en-US" b="1" dirty="0"/>
          </a:p>
        </p:txBody>
      </p:sp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344251"/>
              </p:ext>
            </p:extLst>
          </p:nvPr>
        </p:nvGraphicFramePr>
        <p:xfrm>
          <a:off x="6441439" y="4303087"/>
          <a:ext cx="5008881" cy="1662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9627">
                  <a:extLst>
                    <a:ext uri="{9D8B030D-6E8A-4147-A177-3AD203B41FA5}">
                      <a16:colId xmlns:a16="http://schemas.microsoft.com/office/drawing/2014/main" val="852031728"/>
                    </a:ext>
                  </a:extLst>
                </a:gridCol>
                <a:gridCol w="1738328">
                  <a:extLst>
                    <a:ext uri="{9D8B030D-6E8A-4147-A177-3AD203B41FA5}">
                      <a16:colId xmlns:a16="http://schemas.microsoft.com/office/drawing/2014/main" val="3795491637"/>
                    </a:ext>
                  </a:extLst>
                </a:gridCol>
                <a:gridCol w="1600926">
                  <a:extLst>
                    <a:ext uri="{9D8B030D-6E8A-4147-A177-3AD203B41FA5}">
                      <a16:colId xmlns:a16="http://schemas.microsoft.com/office/drawing/2014/main" val="1499445013"/>
                    </a:ext>
                  </a:extLst>
                </a:gridCol>
              </a:tblGrid>
              <a:tr h="37429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 smtClean="0">
                          <a:solidFill>
                            <a:schemeClr val="tx1"/>
                          </a:solidFill>
                        </a:rPr>
                        <a:t>PPA</a:t>
                      </a:r>
                      <a:r>
                        <a:rPr lang="en-US" altLang="ko-KR" b="0" baseline="0" dirty="0" smtClean="0">
                          <a:solidFill>
                            <a:schemeClr val="tx1"/>
                          </a:solidFill>
                        </a:rPr>
                        <a:t> Metrics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 smtClean="0">
                          <a:solidFill>
                            <a:schemeClr val="tx1"/>
                          </a:solidFill>
                        </a:rPr>
                        <a:t>합성 결과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 smtClean="0">
                          <a:solidFill>
                            <a:schemeClr val="tx1"/>
                          </a:solidFill>
                        </a:rPr>
                        <a:t>비고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990249"/>
                  </a:ext>
                </a:extLst>
              </a:tr>
              <a:tr h="37429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Performance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6,77ps(6.778ns)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Worst-Case</a:t>
                      </a:r>
                      <a:r>
                        <a:rPr lang="en-US" altLang="ko-KR" sz="1200" baseline="0" dirty="0" smtClean="0"/>
                        <a:t> </a:t>
                      </a:r>
                      <a:r>
                        <a:rPr lang="ko-KR" altLang="en-US" sz="1200" baseline="0" dirty="0" smtClean="0"/>
                        <a:t>조건 만족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4810005"/>
                  </a:ext>
                </a:extLst>
              </a:tr>
              <a:tr h="37429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Area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427.158um^2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Cell</a:t>
                      </a:r>
                      <a:r>
                        <a:rPr lang="en-US" altLang="ko-KR" sz="1200" baseline="0" dirty="0" smtClean="0"/>
                        <a:t> 138</a:t>
                      </a:r>
                      <a:r>
                        <a:rPr lang="ko-KR" altLang="en-US" sz="1200" baseline="0" dirty="0" smtClean="0"/>
                        <a:t>개 최적화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937745"/>
                  </a:ext>
                </a:extLst>
              </a:tr>
              <a:tr h="37429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Power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11.65uW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Leakage:</a:t>
                      </a:r>
                      <a:r>
                        <a:rPr lang="en-US" altLang="ko-KR" sz="1200" baseline="0" dirty="0" smtClean="0"/>
                        <a:t> 7.96nW / Dynamic: 11.64uW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3667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316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25D9A-83FA-963C-5528-60710D42A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E6490E-FA5B-CFC9-AA21-CF1DD4F2C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APR</a:t>
            </a:r>
            <a:endParaRPr lang="en-CA" sz="3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309" y="1857830"/>
            <a:ext cx="5119338" cy="181388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0309" y="4534852"/>
            <a:ext cx="4243522" cy="1967548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591" y="986118"/>
            <a:ext cx="6441001" cy="57485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0309" y="1364343"/>
            <a:ext cx="2264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DRC: 0 Viols</a:t>
            </a:r>
            <a:endParaRPr lang="ko-KR" altLang="en-US" b="1" dirty="0"/>
          </a:p>
        </p:txBody>
      </p:sp>
      <p:sp>
        <p:nvSpPr>
          <p:cNvPr id="8" name="TextBox 7"/>
          <p:cNvSpPr txBox="1"/>
          <p:nvPr/>
        </p:nvSpPr>
        <p:spPr>
          <a:xfrm>
            <a:off x="6850308" y="4165520"/>
            <a:ext cx="4516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Connectivity: no </a:t>
            </a:r>
            <a:r>
              <a:rPr lang="en-US" altLang="ko-KR" b="1" dirty="0" err="1" smtClean="0"/>
              <a:t>probloms</a:t>
            </a:r>
            <a:r>
              <a:rPr lang="en-US" altLang="ko-KR" b="1" dirty="0" smtClean="0"/>
              <a:t> or warnings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41400307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Pages>23</Pages>
  <Words>635</Words>
  <Characters>0</Characters>
  <Application>Microsoft Office PowerPoint</Application>
  <DocSecurity>0</DocSecurity>
  <PresentationFormat>와이드스크린</PresentationFormat>
  <Lines>0</Lines>
  <Paragraphs>163</Paragraphs>
  <Slides>24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0" baseType="lpstr">
      <vt:lpstr>fkGroteskNeue</vt:lpstr>
      <vt:lpstr>Google Sans Text</vt:lpstr>
      <vt:lpstr>나눔스퀘어 네오 Regular</vt:lpstr>
      <vt:lpstr>맑은 고딕</vt:lpstr>
      <vt:lpstr>Arial</vt:lpstr>
      <vt:lpstr>Office 테마</vt:lpstr>
      <vt:lpstr>SoC 102: Design </vt:lpstr>
      <vt:lpstr>PowerPoint 프레젠테이션</vt:lpstr>
      <vt:lpstr>COMB_LOGIC</vt:lpstr>
      <vt:lpstr>COMB_LOGIC</vt:lpstr>
      <vt:lpstr>COMB_LOGIC</vt:lpstr>
      <vt:lpstr>COMB_LOGIC</vt:lpstr>
      <vt:lpstr>COMB_LOGIC</vt:lpstr>
      <vt:lpstr>COMB_LOGIC</vt:lpstr>
      <vt:lpstr>COMB_LOGIC</vt:lpstr>
      <vt:lpstr>COMB_LOGIC</vt:lpstr>
      <vt:lpstr>COMB_LOGIC</vt:lpstr>
      <vt:lpstr>SEQ_LOGIC</vt:lpstr>
      <vt:lpstr>SEQ_LOGIC</vt:lpstr>
      <vt:lpstr>SEQ_LOGIC</vt:lpstr>
      <vt:lpstr>SEQ_LOGIC</vt:lpstr>
      <vt:lpstr>SEQ_LOGIC</vt:lpstr>
      <vt:lpstr>SEQ_LOGIC</vt:lpstr>
      <vt:lpstr>PowerPoint 프레젠테이션</vt:lpstr>
      <vt:lpstr>SEQ_LOGIC</vt:lpstr>
      <vt:lpstr>SEQ_LOGIC</vt:lpstr>
      <vt:lpstr>Design: Waveform</vt:lpstr>
      <vt:lpstr>Design: Waveform</vt:lpstr>
      <vt:lpstr>Synthesis</vt:lpstr>
      <vt:lpstr>APR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 Control with FPGA</dc:title>
  <dc:creator>Seungan Woo</dc:creator>
  <cp:lastModifiedBy>USER</cp:lastModifiedBy>
  <cp:revision>12</cp:revision>
  <dcterms:modified xsi:type="dcterms:W3CDTF">2026-08-18T04:58:57Z</dcterms:modified>
  <cp:version>10.105.286.56066</cp:version>
</cp:coreProperties>
</file>